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4" r:id="rId4"/>
    <p:sldId id="271" r:id="rId5"/>
    <p:sldId id="260" r:id="rId6"/>
    <p:sldId id="263" r:id="rId7"/>
    <p:sldId id="277" r:id="rId8"/>
    <p:sldId id="262" r:id="rId9"/>
    <p:sldId id="279" r:id="rId10"/>
    <p:sldId id="281" r:id="rId11"/>
    <p:sldId id="285" r:id="rId12"/>
    <p:sldId id="283" r:id="rId13"/>
    <p:sldId id="286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F7FBF6"/>
    <a:srgbClr val="FDFFF9"/>
    <a:srgbClr val="FDFDF8"/>
    <a:srgbClr val="F5BD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F83F7-43A6-86A4-1EF2-9C97E5ACA988}" v="2" dt="2025-12-18T14:49:47.526"/>
    <p1510:client id="{3E75AC3C-EDB8-4EF5-8717-C821E50E52FF}" v="1213" dt="2025-12-19T10:39:54.210"/>
    <p1510:client id="{B8A7976E-4664-4999-86D0-297C95284724}" v="184" dt="2025-12-19T10:43:36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18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18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AA01AE-BD9A-4A66-BACB-608836BAF56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663E509-AD6A-4085-9292-62DD43CA5EEB}">
      <dgm:prSet/>
      <dgm:spPr/>
      <dgm:t>
        <a:bodyPr/>
        <a:lstStyle/>
        <a:p>
          <a:r>
            <a:rPr lang="pt-BR" b="1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O Problema</a:t>
          </a:r>
          <a:endParaRPr lang="en-US">
            <a:latin typeface="Urbanist" panose="020B0604020202020204"/>
          </a:endParaRPr>
        </a:p>
      </dgm:t>
    </dgm:pt>
    <dgm:pt modelId="{80D9FD6B-03CE-4BFF-ABDE-63A1CFE23F95}" type="parTrans" cxnId="{6ADFECC6-F603-48E7-88AA-F5A6AF7E41F2}">
      <dgm:prSet/>
      <dgm:spPr/>
      <dgm:t>
        <a:bodyPr/>
        <a:lstStyle/>
        <a:p>
          <a:endParaRPr lang="en-US"/>
        </a:p>
      </dgm:t>
    </dgm:pt>
    <dgm:pt modelId="{C999448E-A4B0-4F55-AAC4-2CA9867BA612}" type="sibTrans" cxnId="{6ADFECC6-F603-48E7-88AA-F5A6AF7E41F2}">
      <dgm:prSet/>
      <dgm:spPr/>
      <dgm:t>
        <a:bodyPr/>
        <a:lstStyle/>
        <a:p>
          <a:endParaRPr lang="en-US"/>
        </a:p>
      </dgm:t>
    </dgm:pt>
    <dgm:pt modelId="{1EF7E0CC-708F-4379-AD15-EDE1BEE01AFE}">
      <dgm:prSet custT="1"/>
      <dgm:spPr/>
      <dgm:t>
        <a:bodyPr/>
        <a:lstStyle/>
        <a:p>
          <a:r>
            <a:rPr lang="pt-BR" sz="1800" b="1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Dependência de um único fornecedor</a:t>
          </a:r>
          <a:endParaRPr lang="en-US" sz="1800" b="1">
            <a:solidFill>
              <a:schemeClr val="tx1">
                <a:lumMod val="75000"/>
                <a:lumOff val="25000"/>
              </a:schemeClr>
            </a:solidFill>
            <a:latin typeface="Urbanist" panose="020B0604020202020204"/>
          </a:endParaRPr>
        </a:p>
      </dgm:t>
    </dgm:pt>
    <dgm:pt modelId="{AFA29310-F355-4229-BF1B-1ABACD0AFEC5}" type="parTrans" cxnId="{D576E7F7-7767-4911-A628-08218D2A49D2}">
      <dgm:prSet/>
      <dgm:spPr/>
      <dgm:t>
        <a:bodyPr/>
        <a:lstStyle/>
        <a:p>
          <a:endParaRPr lang="en-US"/>
        </a:p>
      </dgm:t>
    </dgm:pt>
    <dgm:pt modelId="{9ACD1712-C886-4B2D-BDE1-E2B35C037353}" type="sibTrans" cxnId="{D576E7F7-7767-4911-A628-08218D2A49D2}">
      <dgm:prSet/>
      <dgm:spPr/>
      <dgm:t>
        <a:bodyPr/>
        <a:lstStyle/>
        <a:p>
          <a:endParaRPr lang="en-US"/>
        </a:p>
      </dgm:t>
    </dgm:pt>
    <dgm:pt modelId="{E2BB729D-960D-440B-9AE4-7921EE3088FA}">
      <dgm:prSet/>
      <dgm:spPr/>
      <dgm:t>
        <a:bodyPr/>
        <a:lstStyle/>
        <a:p>
          <a:r>
            <a:rPr lang="pt-BR" b="1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 Solução </a:t>
          </a:r>
          <a:endParaRPr lang="en-US">
            <a:latin typeface="Urbanist" panose="020B0604020202020204"/>
          </a:endParaRPr>
        </a:p>
      </dgm:t>
    </dgm:pt>
    <dgm:pt modelId="{729B37F1-5A6C-433E-A0CA-4EB9BF8A8ECB}" type="parTrans" cxnId="{EE9444DF-2616-4653-93C7-5DE0B0D75634}">
      <dgm:prSet/>
      <dgm:spPr/>
      <dgm:t>
        <a:bodyPr/>
        <a:lstStyle/>
        <a:p>
          <a:endParaRPr lang="en-US"/>
        </a:p>
      </dgm:t>
    </dgm:pt>
    <dgm:pt modelId="{2611C40F-EDF2-4B8D-B876-AF5A15FBB2DB}" type="sibTrans" cxnId="{EE9444DF-2616-4653-93C7-5DE0B0D75634}">
      <dgm:prSet/>
      <dgm:spPr/>
      <dgm:t>
        <a:bodyPr/>
        <a:lstStyle/>
        <a:p>
          <a:endParaRPr lang="en-US"/>
        </a:p>
      </dgm:t>
    </dgm:pt>
    <dgm:pt modelId="{86A435CF-6BF8-45FC-A292-1E8B28ADA34F}">
      <dgm:prSet custT="1"/>
      <dgm:spPr/>
      <dgm:t>
        <a:bodyPr/>
        <a:lstStyle/>
        <a:p>
          <a:r>
            <a:rPr lang="pt-BR" sz="1800" b="1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Distribuição por vários fornecedores</a:t>
          </a:r>
          <a:endParaRPr lang="en-US" sz="1800" b="1">
            <a:solidFill>
              <a:schemeClr val="tx1">
                <a:lumMod val="75000"/>
                <a:lumOff val="25000"/>
              </a:schemeClr>
            </a:solidFill>
            <a:latin typeface="Urbanist" panose="020B0604020202020204"/>
          </a:endParaRPr>
        </a:p>
      </dgm:t>
    </dgm:pt>
    <dgm:pt modelId="{11F673FC-125A-4500-95CC-3256F01393C2}" type="parTrans" cxnId="{E31D472B-9398-4249-973E-7BCC22555334}">
      <dgm:prSet/>
      <dgm:spPr/>
      <dgm:t>
        <a:bodyPr/>
        <a:lstStyle/>
        <a:p>
          <a:endParaRPr lang="en-US"/>
        </a:p>
      </dgm:t>
    </dgm:pt>
    <dgm:pt modelId="{A80329F0-36AF-4CCD-B3AE-0479A566B353}" type="sibTrans" cxnId="{E31D472B-9398-4249-973E-7BCC22555334}">
      <dgm:prSet/>
      <dgm:spPr/>
      <dgm:t>
        <a:bodyPr/>
        <a:lstStyle/>
        <a:p>
          <a:endParaRPr lang="en-US"/>
        </a:p>
      </dgm:t>
    </dgm:pt>
    <dgm:pt modelId="{23F7CFD3-9575-41AA-8BB1-020A83EB9A16}">
      <dgm:prSet custT="1"/>
      <dgm:spPr/>
      <dgm:t>
        <a:bodyPr/>
        <a:lstStyle/>
        <a:p>
          <a:endParaRPr lang="pt-BR" sz="1800">
            <a:solidFill>
              <a:schemeClr val="accent2">
                <a:lumMod val="60000"/>
                <a:lumOff val="40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DA53EB6E-86D6-4859-B4BC-3834A0729F4C}" type="parTrans" cxnId="{66F08D9B-2556-4E2F-97FF-B441FD363B3C}">
      <dgm:prSet/>
      <dgm:spPr/>
      <dgm:t>
        <a:bodyPr/>
        <a:lstStyle/>
        <a:p>
          <a:endParaRPr lang="en-US"/>
        </a:p>
      </dgm:t>
    </dgm:pt>
    <dgm:pt modelId="{3B8E2740-2673-4BF6-BD6F-0F44194BCE07}" type="sibTrans" cxnId="{66F08D9B-2556-4E2F-97FF-B441FD363B3C}">
      <dgm:prSet/>
      <dgm:spPr/>
      <dgm:t>
        <a:bodyPr/>
        <a:lstStyle/>
        <a:p>
          <a:endParaRPr lang="en-US"/>
        </a:p>
      </dgm:t>
    </dgm:pt>
    <dgm:pt modelId="{294876E7-7139-4416-9A94-05B2315FEE82}">
      <dgm:prSet custT="1"/>
      <dgm:spPr/>
      <dgm:t>
        <a:bodyPr/>
        <a:lstStyle/>
        <a:p>
          <a:r>
            <a:rPr lang="pt-BR" sz="1800" b="1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Risco de SPOF</a:t>
          </a:r>
          <a:endParaRPr lang="en-US" sz="1800" b="1">
            <a:solidFill>
              <a:schemeClr val="tx1">
                <a:lumMod val="75000"/>
                <a:lumOff val="2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8453814D-0EAB-4E39-9C5B-C9106389D298}" type="parTrans" cxnId="{61AB2BF2-01B7-40FE-9CCC-165784073EF4}">
      <dgm:prSet/>
      <dgm:spPr/>
      <dgm:t>
        <a:bodyPr/>
        <a:lstStyle/>
        <a:p>
          <a:endParaRPr lang="en-US"/>
        </a:p>
      </dgm:t>
    </dgm:pt>
    <dgm:pt modelId="{410DEBEA-532E-4314-88A5-4AB88DC4AD46}" type="sibTrans" cxnId="{61AB2BF2-01B7-40FE-9CCC-165784073EF4}">
      <dgm:prSet/>
      <dgm:spPr/>
      <dgm:t>
        <a:bodyPr/>
        <a:lstStyle/>
        <a:p>
          <a:endParaRPr lang="en-US"/>
        </a:p>
      </dgm:t>
    </dgm:pt>
    <dgm:pt modelId="{8497FB9D-9684-4419-B84D-207957867289}">
      <dgm:prSet custT="1"/>
      <dgm:spPr/>
      <dgm:t>
        <a:bodyPr/>
        <a:lstStyle/>
        <a:p>
          <a:endParaRPr lang="pt-BR" sz="1800" b="1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8A8208D7-67FB-49D8-BA95-402921C15BA5}" type="parTrans" cxnId="{0C12B2A6-CC49-469A-8C82-52665791984E}">
      <dgm:prSet/>
      <dgm:spPr/>
      <dgm:t>
        <a:bodyPr/>
        <a:lstStyle/>
        <a:p>
          <a:endParaRPr lang="en-US"/>
        </a:p>
      </dgm:t>
    </dgm:pt>
    <dgm:pt modelId="{0ECFAEA0-DE1D-407D-9E45-F39C42972672}" type="sibTrans" cxnId="{0C12B2A6-CC49-469A-8C82-52665791984E}">
      <dgm:prSet/>
      <dgm:spPr/>
      <dgm:t>
        <a:bodyPr/>
        <a:lstStyle/>
        <a:p>
          <a:endParaRPr lang="en-US"/>
        </a:p>
      </dgm:t>
    </dgm:pt>
    <dgm:pt modelId="{00BA6B5F-5F53-4AC3-BC3E-C1955157E5F7}">
      <dgm:prSet custT="1"/>
      <dgm:spPr/>
      <dgm:t>
        <a:bodyPr/>
        <a:lstStyle/>
        <a:p>
          <a:r>
            <a:rPr lang="pt-BR" sz="1800" b="1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Azure, AWS e GCP</a:t>
          </a:r>
          <a:endParaRPr lang="en-US" sz="1800" b="1">
            <a:solidFill>
              <a:schemeClr val="tx1">
                <a:lumMod val="75000"/>
                <a:lumOff val="2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E2157ADB-8652-45E4-90CE-4A4850C500C8}" type="parTrans" cxnId="{65191154-7F88-491E-898C-A4369305D392}">
      <dgm:prSet/>
      <dgm:spPr/>
      <dgm:t>
        <a:bodyPr/>
        <a:lstStyle/>
        <a:p>
          <a:endParaRPr lang="en-US"/>
        </a:p>
      </dgm:t>
    </dgm:pt>
    <dgm:pt modelId="{76E595D4-3092-4AC9-A14E-E410BBECF451}" type="sibTrans" cxnId="{65191154-7F88-491E-898C-A4369305D392}">
      <dgm:prSet/>
      <dgm:spPr/>
      <dgm:t>
        <a:bodyPr/>
        <a:lstStyle/>
        <a:p>
          <a:endParaRPr lang="en-US"/>
        </a:p>
      </dgm:t>
    </dgm:pt>
    <dgm:pt modelId="{E02DC824-EC15-49F9-9B84-38FAE76C8B5C}">
      <dgm:prSet custT="1"/>
      <dgm:spPr/>
      <dgm:t>
        <a:bodyPr/>
        <a:lstStyle/>
        <a:p>
          <a:endParaRPr lang="en-US" sz="1800" b="1">
            <a:latin typeface="Urbanist" panose="020B0604020202020204"/>
          </a:endParaRPr>
        </a:p>
      </dgm:t>
    </dgm:pt>
    <dgm:pt modelId="{15F64F25-7D09-4FFE-860B-81BA9B01651C}" type="parTrans" cxnId="{82C6A901-B703-4EB6-9A9A-E72D750013A9}">
      <dgm:prSet/>
      <dgm:spPr/>
      <dgm:t>
        <a:bodyPr/>
        <a:lstStyle/>
        <a:p>
          <a:endParaRPr lang="en-US"/>
        </a:p>
      </dgm:t>
    </dgm:pt>
    <dgm:pt modelId="{6FF92A32-0B3C-4764-A53F-D33998788626}" type="sibTrans" cxnId="{82C6A901-B703-4EB6-9A9A-E72D750013A9}">
      <dgm:prSet/>
      <dgm:spPr/>
      <dgm:t>
        <a:bodyPr/>
        <a:lstStyle/>
        <a:p>
          <a:endParaRPr lang="en-US"/>
        </a:p>
      </dgm:t>
    </dgm:pt>
    <dgm:pt modelId="{021105E5-2903-4629-9A0B-18C77586BB21}" type="pres">
      <dgm:prSet presAssocID="{C1AA01AE-BD9A-4A66-BACB-608836BAF56A}" presName="Name0" presStyleCnt="0">
        <dgm:presLayoutVars>
          <dgm:dir/>
          <dgm:animLvl val="lvl"/>
          <dgm:resizeHandles val="exact"/>
        </dgm:presLayoutVars>
      </dgm:prSet>
      <dgm:spPr/>
    </dgm:pt>
    <dgm:pt modelId="{8A33362C-7D96-43FB-920F-6BAA9D39A42A}" type="pres">
      <dgm:prSet presAssocID="{4663E509-AD6A-4085-9292-62DD43CA5EEB}" presName="linNode" presStyleCnt="0"/>
      <dgm:spPr/>
    </dgm:pt>
    <dgm:pt modelId="{7C233593-0BF9-4611-8E2C-F074B52DCBE8}" type="pres">
      <dgm:prSet presAssocID="{4663E509-AD6A-4085-9292-62DD43CA5EEB}" presName="parentText" presStyleLbl="alignNode1" presStyleIdx="0" presStyleCnt="2">
        <dgm:presLayoutVars>
          <dgm:chMax val="1"/>
          <dgm:bulletEnabled/>
        </dgm:presLayoutVars>
      </dgm:prSet>
      <dgm:spPr/>
    </dgm:pt>
    <dgm:pt modelId="{6013B3DD-37B6-4763-B7CB-4E5CB2A7E2C5}" type="pres">
      <dgm:prSet presAssocID="{4663E509-AD6A-4085-9292-62DD43CA5EEB}" presName="descendantText" presStyleLbl="alignAccFollowNode1" presStyleIdx="0" presStyleCnt="2">
        <dgm:presLayoutVars>
          <dgm:bulletEnabled/>
        </dgm:presLayoutVars>
      </dgm:prSet>
      <dgm:spPr/>
    </dgm:pt>
    <dgm:pt modelId="{8A3390A2-9DCE-4A75-99D2-944E7CA308B4}" type="pres">
      <dgm:prSet presAssocID="{C999448E-A4B0-4F55-AAC4-2CA9867BA612}" presName="sp" presStyleCnt="0"/>
      <dgm:spPr/>
    </dgm:pt>
    <dgm:pt modelId="{94B1AC9F-5A90-467D-9BAD-935C29B98234}" type="pres">
      <dgm:prSet presAssocID="{E2BB729D-960D-440B-9AE4-7921EE3088FA}" presName="linNode" presStyleCnt="0"/>
      <dgm:spPr/>
    </dgm:pt>
    <dgm:pt modelId="{63248F37-2084-4BD7-984C-74B9CBC17520}" type="pres">
      <dgm:prSet presAssocID="{E2BB729D-960D-440B-9AE4-7921EE3088FA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843B668B-4FBC-4949-B4FA-6B4414EF49C9}" type="pres">
      <dgm:prSet presAssocID="{E2BB729D-960D-440B-9AE4-7921EE3088FA}" presName="descendantText" presStyleLbl="alignAccFollowNode1" presStyleIdx="1" presStyleCnt="2">
        <dgm:presLayoutVars>
          <dgm:bulletEnabled/>
        </dgm:presLayoutVars>
      </dgm:prSet>
      <dgm:spPr/>
    </dgm:pt>
  </dgm:ptLst>
  <dgm:cxnLst>
    <dgm:cxn modelId="{82C6A901-B703-4EB6-9A9A-E72D750013A9}" srcId="{E2BB729D-960D-440B-9AE4-7921EE3088FA}" destId="{E02DC824-EC15-49F9-9B84-38FAE76C8B5C}" srcOrd="3" destOrd="0" parTransId="{15F64F25-7D09-4FFE-860B-81BA9B01651C}" sibTransId="{6FF92A32-0B3C-4764-A53F-D33998788626}"/>
    <dgm:cxn modelId="{B56A670A-851B-4E8D-958B-AB2A56F4CC8E}" type="presOf" srcId="{8497FB9D-9684-4419-B84D-207957867289}" destId="{843B668B-4FBC-4949-B4FA-6B4414EF49C9}" srcOrd="0" destOrd="1" presId="urn:microsoft.com/office/officeart/2016/7/layout/VerticalSolidActionList"/>
    <dgm:cxn modelId="{9D7A9716-C249-457B-8B69-0E40E75276B8}" type="presOf" srcId="{86A435CF-6BF8-45FC-A292-1E8B28ADA34F}" destId="{843B668B-4FBC-4949-B4FA-6B4414EF49C9}" srcOrd="0" destOrd="0" presId="urn:microsoft.com/office/officeart/2016/7/layout/VerticalSolidActionList"/>
    <dgm:cxn modelId="{36A9C329-15C2-45B4-8E5E-3E4DCD72376B}" type="presOf" srcId="{1EF7E0CC-708F-4379-AD15-EDE1BEE01AFE}" destId="{6013B3DD-37B6-4763-B7CB-4E5CB2A7E2C5}" srcOrd="0" destOrd="0" presId="urn:microsoft.com/office/officeart/2016/7/layout/VerticalSolidActionList"/>
    <dgm:cxn modelId="{E31D472B-9398-4249-973E-7BCC22555334}" srcId="{E2BB729D-960D-440B-9AE4-7921EE3088FA}" destId="{86A435CF-6BF8-45FC-A292-1E8B28ADA34F}" srcOrd="0" destOrd="0" parTransId="{11F673FC-125A-4500-95CC-3256F01393C2}" sibTransId="{A80329F0-36AF-4CCD-B3AE-0479A566B353}"/>
    <dgm:cxn modelId="{A16F433B-9319-48A7-9C88-058E784C1FB0}" type="presOf" srcId="{00BA6B5F-5F53-4AC3-BC3E-C1955157E5F7}" destId="{843B668B-4FBC-4949-B4FA-6B4414EF49C9}" srcOrd="0" destOrd="2" presId="urn:microsoft.com/office/officeart/2016/7/layout/VerticalSolidActionList"/>
    <dgm:cxn modelId="{19801A3E-A7F7-46D1-B526-634F30D3D801}" type="presOf" srcId="{23F7CFD3-9575-41AA-8BB1-020A83EB9A16}" destId="{6013B3DD-37B6-4763-B7CB-4E5CB2A7E2C5}" srcOrd="0" destOrd="1" presId="urn:microsoft.com/office/officeart/2016/7/layout/VerticalSolidActionList"/>
    <dgm:cxn modelId="{D345165E-4983-4CCF-90EA-94407E1C8DFD}" type="presOf" srcId="{294876E7-7139-4416-9A94-05B2315FEE82}" destId="{6013B3DD-37B6-4763-B7CB-4E5CB2A7E2C5}" srcOrd="0" destOrd="2" presId="urn:microsoft.com/office/officeart/2016/7/layout/VerticalSolidActionList"/>
    <dgm:cxn modelId="{9E67A871-30E2-4300-AD21-4E8B9502C238}" type="presOf" srcId="{E2BB729D-960D-440B-9AE4-7921EE3088FA}" destId="{63248F37-2084-4BD7-984C-74B9CBC17520}" srcOrd="0" destOrd="0" presId="urn:microsoft.com/office/officeart/2016/7/layout/VerticalSolidActionList"/>
    <dgm:cxn modelId="{0C1B4B72-C4A3-44F9-94D6-20382BC88145}" type="presOf" srcId="{E02DC824-EC15-49F9-9B84-38FAE76C8B5C}" destId="{843B668B-4FBC-4949-B4FA-6B4414EF49C9}" srcOrd="0" destOrd="3" presId="urn:microsoft.com/office/officeart/2016/7/layout/VerticalSolidActionList"/>
    <dgm:cxn modelId="{65191154-7F88-491E-898C-A4369305D392}" srcId="{E2BB729D-960D-440B-9AE4-7921EE3088FA}" destId="{00BA6B5F-5F53-4AC3-BC3E-C1955157E5F7}" srcOrd="2" destOrd="0" parTransId="{E2157ADB-8652-45E4-90CE-4A4850C500C8}" sibTransId="{76E595D4-3092-4AC9-A14E-E410BBECF451}"/>
    <dgm:cxn modelId="{7F342387-9F0B-4141-9E5D-1B5FE69E89CA}" type="presOf" srcId="{4663E509-AD6A-4085-9292-62DD43CA5EEB}" destId="{7C233593-0BF9-4611-8E2C-F074B52DCBE8}" srcOrd="0" destOrd="0" presId="urn:microsoft.com/office/officeart/2016/7/layout/VerticalSolidActionList"/>
    <dgm:cxn modelId="{66F08D9B-2556-4E2F-97FF-B441FD363B3C}" srcId="{4663E509-AD6A-4085-9292-62DD43CA5EEB}" destId="{23F7CFD3-9575-41AA-8BB1-020A83EB9A16}" srcOrd="1" destOrd="0" parTransId="{DA53EB6E-86D6-4859-B4BC-3834A0729F4C}" sibTransId="{3B8E2740-2673-4BF6-BD6F-0F44194BCE07}"/>
    <dgm:cxn modelId="{0C12B2A6-CC49-469A-8C82-52665791984E}" srcId="{E2BB729D-960D-440B-9AE4-7921EE3088FA}" destId="{8497FB9D-9684-4419-B84D-207957867289}" srcOrd="1" destOrd="0" parTransId="{8A8208D7-67FB-49D8-BA95-402921C15BA5}" sibTransId="{0ECFAEA0-DE1D-407D-9E45-F39C42972672}"/>
    <dgm:cxn modelId="{F23E6FBA-31A5-4FAE-876B-F19640B07A6F}" type="presOf" srcId="{C1AA01AE-BD9A-4A66-BACB-608836BAF56A}" destId="{021105E5-2903-4629-9A0B-18C77586BB21}" srcOrd="0" destOrd="0" presId="urn:microsoft.com/office/officeart/2016/7/layout/VerticalSolidActionList"/>
    <dgm:cxn modelId="{6ADFECC6-F603-48E7-88AA-F5A6AF7E41F2}" srcId="{C1AA01AE-BD9A-4A66-BACB-608836BAF56A}" destId="{4663E509-AD6A-4085-9292-62DD43CA5EEB}" srcOrd="0" destOrd="0" parTransId="{80D9FD6B-03CE-4BFF-ABDE-63A1CFE23F95}" sibTransId="{C999448E-A4B0-4F55-AAC4-2CA9867BA612}"/>
    <dgm:cxn modelId="{EE9444DF-2616-4653-93C7-5DE0B0D75634}" srcId="{C1AA01AE-BD9A-4A66-BACB-608836BAF56A}" destId="{E2BB729D-960D-440B-9AE4-7921EE3088FA}" srcOrd="1" destOrd="0" parTransId="{729B37F1-5A6C-433E-A0CA-4EB9BF8A8ECB}" sibTransId="{2611C40F-EDF2-4B8D-B876-AF5A15FBB2DB}"/>
    <dgm:cxn modelId="{61AB2BF2-01B7-40FE-9CCC-165784073EF4}" srcId="{4663E509-AD6A-4085-9292-62DD43CA5EEB}" destId="{294876E7-7139-4416-9A94-05B2315FEE82}" srcOrd="2" destOrd="0" parTransId="{8453814D-0EAB-4E39-9C5B-C9106389D298}" sibTransId="{410DEBEA-532E-4314-88A5-4AB88DC4AD46}"/>
    <dgm:cxn modelId="{D576E7F7-7767-4911-A628-08218D2A49D2}" srcId="{4663E509-AD6A-4085-9292-62DD43CA5EEB}" destId="{1EF7E0CC-708F-4379-AD15-EDE1BEE01AFE}" srcOrd="0" destOrd="0" parTransId="{AFA29310-F355-4229-BF1B-1ABACD0AFEC5}" sibTransId="{9ACD1712-C886-4B2D-BDE1-E2B35C037353}"/>
    <dgm:cxn modelId="{71B80C39-8F61-400D-B7E6-E0B1A08D2145}" type="presParOf" srcId="{021105E5-2903-4629-9A0B-18C77586BB21}" destId="{8A33362C-7D96-43FB-920F-6BAA9D39A42A}" srcOrd="0" destOrd="0" presId="urn:microsoft.com/office/officeart/2016/7/layout/VerticalSolidActionList"/>
    <dgm:cxn modelId="{3BF05667-7618-4FA4-A0EB-A08C059A3EDA}" type="presParOf" srcId="{8A33362C-7D96-43FB-920F-6BAA9D39A42A}" destId="{7C233593-0BF9-4611-8E2C-F074B52DCBE8}" srcOrd="0" destOrd="0" presId="urn:microsoft.com/office/officeart/2016/7/layout/VerticalSolidActionList"/>
    <dgm:cxn modelId="{E637D836-0106-4A2D-99EB-FE64CEB18343}" type="presParOf" srcId="{8A33362C-7D96-43FB-920F-6BAA9D39A42A}" destId="{6013B3DD-37B6-4763-B7CB-4E5CB2A7E2C5}" srcOrd="1" destOrd="0" presId="urn:microsoft.com/office/officeart/2016/7/layout/VerticalSolidActionList"/>
    <dgm:cxn modelId="{EBC0B73D-F910-4FBE-9178-BC96FEE2B0A7}" type="presParOf" srcId="{021105E5-2903-4629-9A0B-18C77586BB21}" destId="{8A3390A2-9DCE-4A75-99D2-944E7CA308B4}" srcOrd="1" destOrd="0" presId="urn:microsoft.com/office/officeart/2016/7/layout/VerticalSolidActionList"/>
    <dgm:cxn modelId="{D64E66E2-D51A-493C-B9E4-E80113F14B2D}" type="presParOf" srcId="{021105E5-2903-4629-9A0B-18C77586BB21}" destId="{94B1AC9F-5A90-467D-9BAD-935C29B98234}" srcOrd="2" destOrd="0" presId="urn:microsoft.com/office/officeart/2016/7/layout/VerticalSolidActionList"/>
    <dgm:cxn modelId="{BD7D479B-20E5-4262-8AB5-8C6933831315}" type="presParOf" srcId="{94B1AC9F-5A90-467D-9BAD-935C29B98234}" destId="{63248F37-2084-4BD7-984C-74B9CBC17520}" srcOrd="0" destOrd="0" presId="urn:microsoft.com/office/officeart/2016/7/layout/VerticalSolidActionList"/>
    <dgm:cxn modelId="{F6FCF0B7-7635-4580-9D8C-5B6FE2E655D9}" type="presParOf" srcId="{94B1AC9F-5A90-467D-9BAD-935C29B98234}" destId="{843B668B-4FBC-4949-B4FA-6B4414EF49C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3ACFDA-E9E7-4AE4-881E-53537676DF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3722373-767B-4689-8FBF-61D0B2B8370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>
              <a:latin typeface="Urbanist" panose="020B0604020202020204"/>
            </a:rPr>
            <a:t>Transição de </a:t>
          </a:r>
          <a:r>
            <a:rPr lang="pt-BR" i="1">
              <a:latin typeface="Urbanist" panose="020B0604020202020204"/>
            </a:rPr>
            <a:t>Data Centers</a:t>
          </a:r>
          <a:r>
            <a:rPr lang="pt-BR">
              <a:latin typeface="Urbanist" panose="020B0604020202020204"/>
            </a:rPr>
            <a:t> locais rígidos para recursos virtuais “on-demand”</a:t>
          </a:r>
          <a:endParaRPr lang="en-US">
            <a:latin typeface="Urbanist" panose="020B0604020202020204"/>
          </a:endParaRPr>
        </a:p>
      </dgm:t>
    </dgm:pt>
    <dgm:pt modelId="{21C2AFE8-59AB-4B83-AEF3-D60FA5B3C4F8}" type="parTrans" cxnId="{2A384A28-62DE-4C44-AAC2-90464515E50D}">
      <dgm:prSet/>
      <dgm:spPr/>
      <dgm:t>
        <a:bodyPr/>
        <a:lstStyle/>
        <a:p>
          <a:endParaRPr lang="en-US"/>
        </a:p>
      </dgm:t>
    </dgm:pt>
    <dgm:pt modelId="{20AA7C2B-33C3-4ACA-8A37-E5D861776607}" type="sibTrans" cxnId="{2A384A28-62DE-4C44-AAC2-90464515E50D}">
      <dgm:prSet/>
      <dgm:spPr/>
      <dgm:t>
        <a:bodyPr/>
        <a:lstStyle/>
        <a:p>
          <a:endParaRPr lang="en-US"/>
        </a:p>
      </dgm:t>
    </dgm:pt>
    <dgm:pt modelId="{68B26839-5BE3-477F-B43F-4B3CDB7795F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>
              <a:latin typeface="Urbanist" panose="020B0604020202020204"/>
            </a:rPr>
            <a:t>Mudança de Investimento inicial elevado em hardware para Custo operacional;</a:t>
          </a:r>
          <a:endParaRPr lang="en-US">
            <a:latin typeface="Urbanist" panose="020B0604020202020204"/>
          </a:endParaRPr>
        </a:p>
      </dgm:t>
    </dgm:pt>
    <dgm:pt modelId="{5B4CFD79-E79E-46BD-930D-112E931A256C}" type="parTrans" cxnId="{9495AE14-B221-4650-A3E7-2F6C757C5B29}">
      <dgm:prSet/>
      <dgm:spPr/>
      <dgm:t>
        <a:bodyPr/>
        <a:lstStyle/>
        <a:p>
          <a:endParaRPr lang="en-US"/>
        </a:p>
      </dgm:t>
    </dgm:pt>
    <dgm:pt modelId="{A3F03069-E9DB-4F0D-B93C-EF76127C357A}" type="sibTrans" cxnId="{9495AE14-B221-4650-A3E7-2F6C757C5B29}">
      <dgm:prSet/>
      <dgm:spPr/>
      <dgm:t>
        <a:bodyPr/>
        <a:lstStyle/>
        <a:p>
          <a:endParaRPr lang="en-US"/>
        </a:p>
      </dgm:t>
    </dgm:pt>
    <dgm:pt modelId="{3BDC47D1-FCCC-49EB-8969-D5CF6271CF4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>
              <a:latin typeface="Urbanist" panose="020B0604020202020204"/>
            </a:rPr>
            <a:t>Capacidade de aumentar ou diminuir recursos (CPU, RAM) instantaneamente conforme a carga / "Pay-as-you-go").</a:t>
          </a:r>
          <a:endParaRPr lang="en-US">
            <a:latin typeface="Urbanist" panose="020B0604020202020204"/>
          </a:endParaRPr>
        </a:p>
      </dgm:t>
    </dgm:pt>
    <dgm:pt modelId="{264CAB98-7189-4627-9B51-F570A9D95CCB}" type="parTrans" cxnId="{A646E502-B288-4102-B811-5F4F365DFECC}">
      <dgm:prSet/>
      <dgm:spPr/>
      <dgm:t>
        <a:bodyPr/>
        <a:lstStyle/>
        <a:p>
          <a:endParaRPr lang="en-US"/>
        </a:p>
      </dgm:t>
    </dgm:pt>
    <dgm:pt modelId="{21A00D09-F84E-45D7-B5C9-DA98419ADA2C}" type="sibTrans" cxnId="{A646E502-B288-4102-B811-5F4F365DFECC}">
      <dgm:prSet/>
      <dgm:spPr/>
      <dgm:t>
        <a:bodyPr/>
        <a:lstStyle/>
        <a:p>
          <a:endParaRPr lang="en-US"/>
        </a:p>
      </dgm:t>
    </dgm:pt>
    <dgm:pt modelId="{3C05AC93-6D14-4754-8A31-B634BC2C06B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>
              <a:latin typeface="Urbanist" panose="020B0604020202020204"/>
            </a:rPr>
            <a:t>As empresas deixam de gerir </a:t>
          </a:r>
          <a:r>
            <a:rPr lang="pt-BR" i="1">
              <a:latin typeface="Urbanist" panose="020B0604020202020204"/>
            </a:rPr>
            <a:t>hardware</a:t>
          </a:r>
          <a:r>
            <a:rPr lang="pt-BR">
              <a:latin typeface="Urbanist" panose="020B0604020202020204"/>
            </a:rPr>
            <a:t> para se focarem no desenvolvimento de </a:t>
          </a:r>
          <a:r>
            <a:rPr lang="pt-BR" i="1">
              <a:latin typeface="Urbanist" panose="020B0604020202020204"/>
            </a:rPr>
            <a:t>software</a:t>
          </a:r>
          <a:r>
            <a:rPr lang="pt-BR">
              <a:latin typeface="Urbanist" panose="020B0604020202020204"/>
            </a:rPr>
            <a:t> e serviços.</a:t>
          </a:r>
          <a:endParaRPr lang="en-US">
            <a:latin typeface="Urbanist" panose="020B0604020202020204"/>
          </a:endParaRPr>
        </a:p>
      </dgm:t>
    </dgm:pt>
    <dgm:pt modelId="{034DC46A-502B-4973-BE7E-32E76CD7F1E2}" type="parTrans" cxnId="{A9D0EA75-1F74-44B9-BAC3-4C69AF80581B}">
      <dgm:prSet/>
      <dgm:spPr/>
      <dgm:t>
        <a:bodyPr/>
        <a:lstStyle/>
        <a:p>
          <a:endParaRPr lang="en-US"/>
        </a:p>
      </dgm:t>
    </dgm:pt>
    <dgm:pt modelId="{0F13A92A-A774-44B7-A488-931B81555D32}" type="sibTrans" cxnId="{A9D0EA75-1F74-44B9-BAC3-4C69AF80581B}">
      <dgm:prSet/>
      <dgm:spPr/>
      <dgm:t>
        <a:bodyPr/>
        <a:lstStyle/>
        <a:p>
          <a:endParaRPr lang="en-US"/>
        </a:p>
      </dgm:t>
    </dgm:pt>
    <dgm:pt modelId="{8E06C456-5EAD-4B32-9908-600C44E64AF7}" type="pres">
      <dgm:prSet presAssocID="{613ACFDA-E9E7-4AE4-881E-53537676DFE7}" presName="root" presStyleCnt="0">
        <dgm:presLayoutVars>
          <dgm:dir/>
          <dgm:resizeHandles val="exact"/>
        </dgm:presLayoutVars>
      </dgm:prSet>
      <dgm:spPr/>
    </dgm:pt>
    <dgm:pt modelId="{FD858E23-9F58-4765-8BA5-03E261062198}" type="pres">
      <dgm:prSet presAssocID="{63722373-767B-4689-8FBF-61D0B2B83705}" presName="compNode" presStyleCnt="0"/>
      <dgm:spPr/>
    </dgm:pt>
    <dgm:pt modelId="{A9BC2BAD-51E2-4B75-8A28-7BE632B98B74}" type="pres">
      <dgm:prSet presAssocID="{63722373-767B-4689-8FBF-61D0B2B83705}" presName="bgRect" presStyleLbl="bgShp" presStyleIdx="0" presStyleCnt="4"/>
      <dgm:spPr/>
    </dgm:pt>
    <dgm:pt modelId="{F3CFB468-00EF-48FF-B042-B44AA5228961}" type="pres">
      <dgm:prSet presAssocID="{63722373-767B-4689-8FBF-61D0B2B837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AEF5A97-7610-4DE3-A9DF-C83810610DA0}" type="pres">
      <dgm:prSet presAssocID="{63722373-767B-4689-8FBF-61D0B2B83705}" presName="spaceRect" presStyleCnt="0"/>
      <dgm:spPr/>
    </dgm:pt>
    <dgm:pt modelId="{9B2E015F-E613-4312-9993-279A31CD002E}" type="pres">
      <dgm:prSet presAssocID="{63722373-767B-4689-8FBF-61D0B2B83705}" presName="parTx" presStyleLbl="revTx" presStyleIdx="0" presStyleCnt="4">
        <dgm:presLayoutVars>
          <dgm:chMax val="0"/>
          <dgm:chPref val="0"/>
        </dgm:presLayoutVars>
      </dgm:prSet>
      <dgm:spPr/>
    </dgm:pt>
    <dgm:pt modelId="{25422918-A1E7-4A48-8A68-3AC3316869FD}" type="pres">
      <dgm:prSet presAssocID="{20AA7C2B-33C3-4ACA-8A37-E5D861776607}" presName="sibTrans" presStyleCnt="0"/>
      <dgm:spPr/>
    </dgm:pt>
    <dgm:pt modelId="{13856BC0-C17F-4C73-AF76-78485BBF4816}" type="pres">
      <dgm:prSet presAssocID="{68B26839-5BE3-477F-B43F-4B3CDB7795F0}" presName="compNode" presStyleCnt="0"/>
      <dgm:spPr/>
    </dgm:pt>
    <dgm:pt modelId="{886D4551-9089-4B5A-9439-D26EC4C211AB}" type="pres">
      <dgm:prSet presAssocID="{68B26839-5BE3-477F-B43F-4B3CDB7795F0}" presName="bgRect" presStyleLbl="bgShp" presStyleIdx="1" presStyleCnt="4"/>
      <dgm:spPr/>
    </dgm:pt>
    <dgm:pt modelId="{F6FA23FD-5584-40F7-BBB1-BA3BBC5769A1}" type="pres">
      <dgm:prSet presAssocID="{68B26839-5BE3-477F-B43F-4B3CDB7795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CCFAC86-A77B-4244-9562-42CC761719A1}" type="pres">
      <dgm:prSet presAssocID="{68B26839-5BE3-477F-B43F-4B3CDB7795F0}" presName="spaceRect" presStyleCnt="0"/>
      <dgm:spPr/>
    </dgm:pt>
    <dgm:pt modelId="{0B5C895B-D1F0-480A-81F1-0A8442CFDE56}" type="pres">
      <dgm:prSet presAssocID="{68B26839-5BE3-477F-B43F-4B3CDB7795F0}" presName="parTx" presStyleLbl="revTx" presStyleIdx="1" presStyleCnt="4">
        <dgm:presLayoutVars>
          <dgm:chMax val="0"/>
          <dgm:chPref val="0"/>
        </dgm:presLayoutVars>
      </dgm:prSet>
      <dgm:spPr/>
    </dgm:pt>
    <dgm:pt modelId="{48DC2AC3-8FD9-431C-90C6-AA3CADBFEC6B}" type="pres">
      <dgm:prSet presAssocID="{A3F03069-E9DB-4F0D-B93C-EF76127C357A}" presName="sibTrans" presStyleCnt="0"/>
      <dgm:spPr/>
    </dgm:pt>
    <dgm:pt modelId="{6811813C-1A38-4426-95B2-70634AC24319}" type="pres">
      <dgm:prSet presAssocID="{3BDC47D1-FCCC-49EB-8969-D5CF6271CF44}" presName="compNode" presStyleCnt="0"/>
      <dgm:spPr/>
    </dgm:pt>
    <dgm:pt modelId="{3377EE77-39F0-4515-9A85-1441BF462C0E}" type="pres">
      <dgm:prSet presAssocID="{3BDC47D1-FCCC-49EB-8969-D5CF6271CF44}" presName="bgRect" presStyleLbl="bgShp" presStyleIdx="2" presStyleCnt="4"/>
      <dgm:spPr/>
    </dgm:pt>
    <dgm:pt modelId="{5ED745C9-F139-47BC-84D1-3255352A037D}" type="pres">
      <dgm:prSet presAssocID="{3BDC47D1-FCCC-49EB-8969-D5CF6271CF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F8B4A69-5798-485F-A92C-D3EA10849F09}" type="pres">
      <dgm:prSet presAssocID="{3BDC47D1-FCCC-49EB-8969-D5CF6271CF44}" presName="spaceRect" presStyleCnt="0"/>
      <dgm:spPr/>
    </dgm:pt>
    <dgm:pt modelId="{693750A5-917C-40ED-835A-83463A91787D}" type="pres">
      <dgm:prSet presAssocID="{3BDC47D1-FCCC-49EB-8969-D5CF6271CF44}" presName="parTx" presStyleLbl="revTx" presStyleIdx="2" presStyleCnt="4">
        <dgm:presLayoutVars>
          <dgm:chMax val="0"/>
          <dgm:chPref val="0"/>
        </dgm:presLayoutVars>
      </dgm:prSet>
      <dgm:spPr/>
    </dgm:pt>
    <dgm:pt modelId="{EA9542D1-FD19-41AB-9F30-5A26320DA30B}" type="pres">
      <dgm:prSet presAssocID="{21A00D09-F84E-45D7-B5C9-DA98419ADA2C}" presName="sibTrans" presStyleCnt="0"/>
      <dgm:spPr/>
    </dgm:pt>
    <dgm:pt modelId="{DAE00CF8-4C3B-45C2-89E8-330A2BB77B25}" type="pres">
      <dgm:prSet presAssocID="{3C05AC93-6D14-4754-8A31-B634BC2C06B6}" presName="compNode" presStyleCnt="0"/>
      <dgm:spPr/>
    </dgm:pt>
    <dgm:pt modelId="{0BB198B3-B1B6-4AD8-93BE-E6AF038CB73A}" type="pres">
      <dgm:prSet presAssocID="{3C05AC93-6D14-4754-8A31-B634BC2C06B6}" presName="bgRect" presStyleLbl="bgShp" presStyleIdx="3" presStyleCnt="4"/>
      <dgm:spPr/>
    </dgm:pt>
    <dgm:pt modelId="{EBF999D2-1C29-47D7-A718-5568C0D65C42}" type="pres">
      <dgm:prSet presAssocID="{3C05AC93-6D14-4754-8A31-B634BC2C06B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F8AB657-9263-4302-9158-294ACD1FA8EC}" type="pres">
      <dgm:prSet presAssocID="{3C05AC93-6D14-4754-8A31-B634BC2C06B6}" presName="spaceRect" presStyleCnt="0"/>
      <dgm:spPr/>
    </dgm:pt>
    <dgm:pt modelId="{09B05672-1F3E-40E3-AFBC-15CEA3DF8EA4}" type="pres">
      <dgm:prSet presAssocID="{3C05AC93-6D14-4754-8A31-B634BC2C06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646E502-B288-4102-B811-5F4F365DFECC}" srcId="{613ACFDA-E9E7-4AE4-881E-53537676DFE7}" destId="{3BDC47D1-FCCC-49EB-8969-D5CF6271CF44}" srcOrd="2" destOrd="0" parTransId="{264CAB98-7189-4627-9B51-F570A9D95CCB}" sibTransId="{21A00D09-F84E-45D7-B5C9-DA98419ADA2C}"/>
    <dgm:cxn modelId="{9495AE14-B221-4650-A3E7-2F6C757C5B29}" srcId="{613ACFDA-E9E7-4AE4-881E-53537676DFE7}" destId="{68B26839-5BE3-477F-B43F-4B3CDB7795F0}" srcOrd="1" destOrd="0" parTransId="{5B4CFD79-E79E-46BD-930D-112E931A256C}" sibTransId="{A3F03069-E9DB-4F0D-B93C-EF76127C357A}"/>
    <dgm:cxn modelId="{2A384A28-62DE-4C44-AAC2-90464515E50D}" srcId="{613ACFDA-E9E7-4AE4-881E-53537676DFE7}" destId="{63722373-767B-4689-8FBF-61D0B2B83705}" srcOrd="0" destOrd="0" parTransId="{21C2AFE8-59AB-4B83-AEF3-D60FA5B3C4F8}" sibTransId="{20AA7C2B-33C3-4ACA-8A37-E5D861776607}"/>
    <dgm:cxn modelId="{F69D795B-D464-4F86-90DE-F4E78E6DA91A}" type="presOf" srcId="{613ACFDA-E9E7-4AE4-881E-53537676DFE7}" destId="{8E06C456-5EAD-4B32-9908-600C44E64AF7}" srcOrd="0" destOrd="0" presId="urn:microsoft.com/office/officeart/2018/2/layout/IconVerticalSolidList"/>
    <dgm:cxn modelId="{A9D0EA75-1F74-44B9-BAC3-4C69AF80581B}" srcId="{613ACFDA-E9E7-4AE4-881E-53537676DFE7}" destId="{3C05AC93-6D14-4754-8A31-B634BC2C06B6}" srcOrd="3" destOrd="0" parTransId="{034DC46A-502B-4973-BE7E-32E76CD7F1E2}" sibTransId="{0F13A92A-A774-44B7-A488-931B81555D32}"/>
    <dgm:cxn modelId="{6D6E997B-00F0-4A9F-9555-26E8CB035FD2}" type="presOf" srcId="{68B26839-5BE3-477F-B43F-4B3CDB7795F0}" destId="{0B5C895B-D1F0-480A-81F1-0A8442CFDE56}" srcOrd="0" destOrd="0" presId="urn:microsoft.com/office/officeart/2018/2/layout/IconVerticalSolidList"/>
    <dgm:cxn modelId="{A579E7A6-56C6-46E4-BA19-34720C3F7F0C}" type="presOf" srcId="{3BDC47D1-FCCC-49EB-8969-D5CF6271CF44}" destId="{693750A5-917C-40ED-835A-83463A91787D}" srcOrd="0" destOrd="0" presId="urn:microsoft.com/office/officeart/2018/2/layout/IconVerticalSolidList"/>
    <dgm:cxn modelId="{1F5D35DF-28DE-47EF-934B-EB0945B38C7D}" type="presOf" srcId="{63722373-767B-4689-8FBF-61D0B2B83705}" destId="{9B2E015F-E613-4312-9993-279A31CD002E}" srcOrd="0" destOrd="0" presId="urn:microsoft.com/office/officeart/2018/2/layout/IconVerticalSolidList"/>
    <dgm:cxn modelId="{D83E5AEB-A28F-4DAA-AE65-B727F14624CA}" type="presOf" srcId="{3C05AC93-6D14-4754-8A31-B634BC2C06B6}" destId="{09B05672-1F3E-40E3-AFBC-15CEA3DF8EA4}" srcOrd="0" destOrd="0" presId="urn:microsoft.com/office/officeart/2018/2/layout/IconVerticalSolidList"/>
    <dgm:cxn modelId="{30590902-D901-4A59-B54C-0AB29BA3D8EB}" type="presParOf" srcId="{8E06C456-5EAD-4B32-9908-600C44E64AF7}" destId="{FD858E23-9F58-4765-8BA5-03E261062198}" srcOrd="0" destOrd="0" presId="urn:microsoft.com/office/officeart/2018/2/layout/IconVerticalSolidList"/>
    <dgm:cxn modelId="{6E8205E2-9775-4634-921A-D57738E6BA89}" type="presParOf" srcId="{FD858E23-9F58-4765-8BA5-03E261062198}" destId="{A9BC2BAD-51E2-4B75-8A28-7BE632B98B74}" srcOrd="0" destOrd="0" presId="urn:microsoft.com/office/officeart/2018/2/layout/IconVerticalSolidList"/>
    <dgm:cxn modelId="{DC791DCC-B1EC-46D5-B34E-6BADF6E7FF17}" type="presParOf" srcId="{FD858E23-9F58-4765-8BA5-03E261062198}" destId="{F3CFB468-00EF-48FF-B042-B44AA5228961}" srcOrd="1" destOrd="0" presId="urn:microsoft.com/office/officeart/2018/2/layout/IconVerticalSolidList"/>
    <dgm:cxn modelId="{5A034CDA-52A7-43B4-AAB4-F5BF07876F74}" type="presParOf" srcId="{FD858E23-9F58-4765-8BA5-03E261062198}" destId="{0AEF5A97-7610-4DE3-A9DF-C83810610DA0}" srcOrd="2" destOrd="0" presId="urn:microsoft.com/office/officeart/2018/2/layout/IconVerticalSolidList"/>
    <dgm:cxn modelId="{8D915E95-7C7E-4B29-A1B6-D964F99DBF97}" type="presParOf" srcId="{FD858E23-9F58-4765-8BA5-03E261062198}" destId="{9B2E015F-E613-4312-9993-279A31CD002E}" srcOrd="3" destOrd="0" presId="urn:microsoft.com/office/officeart/2018/2/layout/IconVerticalSolidList"/>
    <dgm:cxn modelId="{2407F580-DC0D-4DD4-A08B-9699C5839776}" type="presParOf" srcId="{8E06C456-5EAD-4B32-9908-600C44E64AF7}" destId="{25422918-A1E7-4A48-8A68-3AC3316869FD}" srcOrd="1" destOrd="0" presId="urn:microsoft.com/office/officeart/2018/2/layout/IconVerticalSolidList"/>
    <dgm:cxn modelId="{23D9E9F8-180A-4894-9C83-022BFE848EB2}" type="presParOf" srcId="{8E06C456-5EAD-4B32-9908-600C44E64AF7}" destId="{13856BC0-C17F-4C73-AF76-78485BBF4816}" srcOrd="2" destOrd="0" presId="urn:microsoft.com/office/officeart/2018/2/layout/IconVerticalSolidList"/>
    <dgm:cxn modelId="{8A93F757-CA5B-4CE2-8A6F-251532A21E41}" type="presParOf" srcId="{13856BC0-C17F-4C73-AF76-78485BBF4816}" destId="{886D4551-9089-4B5A-9439-D26EC4C211AB}" srcOrd="0" destOrd="0" presId="urn:microsoft.com/office/officeart/2018/2/layout/IconVerticalSolidList"/>
    <dgm:cxn modelId="{DAF644B0-230F-411E-B93D-CF2A5B2558DD}" type="presParOf" srcId="{13856BC0-C17F-4C73-AF76-78485BBF4816}" destId="{F6FA23FD-5584-40F7-BBB1-BA3BBC5769A1}" srcOrd="1" destOrd="0" presId="urn:microsoft.com/office/officeart/2018/2/layout/IconVerticalSolidList"/>
    <dgm:cxn modelId="{979BA02F-8EEE-40D5-A516-AE2B122B8BC8}" type="presParOf" srcId="{13856BC0-C17F-4C73-AF76-78485BBF4816}" destId="{3CCFAC86-A77B-4244-9562-42CC761719A1}" srcOrd="2" destOrd="0" presId="urn:microsoft.com/office/officeart/2018/2/layout/IconVerticalSolidList"/>
    <dgm:cxn modelId="{BA75B282-1A11-4043-A0E5-A0D8168FFD02}" type="presParOf" srcId="{13856BC0-C17F-4C73-AF76-78485BBF4816}" destId="{0B5C895B-D1F0-480A-81F1-0A8442CFDE56}" srcOrd="3" destOrd="0" presId="urn:microsoft.com/office/officeart/2018/2/layout/IconVerticalSolidList"/>
    <dgm:cxn modelId="{2551C839-17E0-41D7-A0E5-B3456C9A1EBA}" type="presParOf" srcId="{8E06C456-5EAD-4B32-9908-600C44E64AF7}" destId="{48DC2AC3-8FD9-431C-90C6-AA3CADBFEC6B}" srcOrd="3" destOrd="0" presId="urn:microsoft.com/office/officeart/2018/2/layout/IconVerticalSolidList"/>
    <dgm:cxn modelId="{6D2DF904-E761-4F39-BE18-03E474946FF1}" type="presParOf" srcId="{8E06C456-5EAD-4B32-9908-600C44E64AF7}" destId="{6811813C-1A38-4426-95B2-70634AC24319}" srcOrd="4" destOrd="0" presId="urn:microsoft.com/office/officeart/2018/2/layout/IconVerticalSolidList"/>
    <dgm:cxn modelId="{41D036F6-57C4-4F74-AC00-3CF04FB78B56}" type="presParOf" srcId="{6811813C-1A38-4426-95B2-70634AC24319}" destId="{3377EE77-39F0-4515-9A85-1441BF462C0E}" srcOrd="0" destOrd="0" presId="urn:microsoft.com/office/officeart/2018/2/layout/IconVerticalSolidList"/>
    <dgm:cxn modelId="{73BFAAE4-5809-438F-831A-E63AE6D4CA05}" type="presParOf" srcId="{6811813C-1A38-4426-95B2-70634AC24319}" destId="{5ED745C9-F139-47BC-84D1-3255352A037D}" srcOrd="1" destOrd="0" presId="urn:microsoft.com/office/officeart/2018/2/layout/IconVerticalSolidList"/>
    <dgm:cxn modelId="{76DC05B7-5119-455D-8335-1021F0E4F638}" type="presParOf" srcId="{6811813C-1A38-4426-95B2-70634AC24319}" destId="{FF8B4A69-5798-485F-A92C-D3EA10849F09}" srcOrd="2" destOrd="0" presId="urn:microsoft.com/office/officeart/2018/2/layout/IconVerticalSolidList"/>
    <dgm:cxn modelId="{58DDA63E-DF87-4D79-A090-5967D1AFD0EC}" type="presParOf" srcId="{6811813C-1A38-4426-95B2-70634AC24319}" destId="{693750A5-917C-40ED-835A-83463A91787D}" srcOrd="3" destOrd="0" presId="urn:microsoft.com/office/officeart/2018/2/layout/IconVerticalSolidList"/>
    <dgm:cxn modelId="{B7D52A1E-E3EF-4C42-B52A-27D8BB3B8778}" type="presParOf" srcId="{8E06C456-5EAD-4B32-9908-600C44E64AF7}" destId="{EA9542D1-FD19-41AB-9F30-5A26320DA30B}" srcOrd="5" destOrd="0" presId="urn:microsoft.com/office/officeart/2018/2/layout/IconVerticalSolidList"/>
    <dgm:cxn modelId="{9EDF6365-B5D9-48FF-894F-1287382DA89A}" type="presParOf" srcId="{8E06C456-5EAD-4B32-9908-600C44E64AF7}" destId="{DAE00CF8-4C3B-45C2-89E8-330A2BB77B25}" srcOrd="6" destOrd="0" presId="urn:microsoft.com/office/officeart/2018/2/layout/IconVerticalSolidList"/>
    <dgm:cxn modelId="{786622AD-2FF4-415C-A600-468B7657871F}" type="presParOf" srcId="{DAE00CF8-4C3B-45C2-89E8-330A2BB77B25}" destId="{0BB198B3-B1B6-4AD8-93BE-E6AF038CB73A}" srcOrd="0" destOrd="0" presId="urn:microsoft.com/office/officeart/2018/2/layout/IconVerticalSolidList"/>
    <dgm:cxn modelId="{947CCAF7-91FF-4E11-96DA-8066FC223739}" type="presParOf" srcId="{DAE00CF8-4C3B-45C2-89E8-330A2BB77B25}" destId="{EBF999D2-1C29-47D7-A718-5568C0D65C42}" srcOrd="1" destOrd="0" presId="urn:microsoft.com/office/officeart/2018/2/layout/IconVerticalSolidList"/>
    <dgm:cxn modelId="{E426F302-322A-4CBB-A65A-2E031A691BBA}" type="presParOf" srcId="{DAE00CF8-4C3B-45C2-89E8-330A2BB77B25}" destId="{BF8AB657-9263-4302-9158-294ACD1FA8EC}" srcOrd="2" destOrd="0" presId="urn:microsoft.com/office/officeart/2018/2/layout/IconVerticalSolidList"/>
    <dgm:cxn modelId="{42B115B8-FCAC-42A3-86BF-4B1F188EAA86}" type="presParOf" srcId="{DAE00CF8-4C3B-45C2-89E8-330A2BB77B25}" destId="{09B05672-1F3E-40E3-AFBC-15CEA3DF8E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8386AE-40BA-437C-9336-F4C823630E3B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33038DA-FA18-4DF2-87E6-1EFB727741C9}">
      <dgm:prSet custT="1"/>
      <dgm:spPr>
        <a:solidFill>
          <a:schemeClr val="accent2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BGP (Border Gateway Protocol)</a:t>
          </a:r>
          <a:endParaRPr lang="en-US" sz="18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194CF408-9F3B-4E0D-B3CC-AB803632D013}" type="parTrans" cxnId="{4313B61B-D43E-407A-9EFC-09CB9A0936A4}">
      <dgm:prSet/>
      <dgm:spPr/>
      <dgm:t>
        <a:bodyPr/>
        <a:lstStyle/>
        <a:p>
          <a:endParaRPr lang="en-US"/>
        </a:p>
      </dgm:t>
    </dgm:pt>
    <dgm:pt modelId="{29CE1EEC-32E1-440B-A4AB-F4C2CD4743B9}" type="sibTrans" cxnId="{4313B61B-D43E-407A-9EFC-09CB9A0936A4}">
      <dgm:prSet/>
      <dgm:spPr/>
      <dgm:t>
        <a:bodyPr/>
        <a:lstStyle/>
        <a:p>
          <a:endParaRPr lang="en-US"/>
        </a:p>
      </dgm:t>
    </dgm:pt>
    <dgm:pt modelId="{0C13C1E8-13B8-4475-A6CB-562BE1620AFA}">
      <dgm:prSet custT="1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Escalabilidade:</a:t>
          </a:r>
          <a:r>
            <a:rPr lang="pt-BR" sz="18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Numa malha de 4 nós, gerir rotas estáticas seria propenso a erro humano.</a:t>
          </a:r>
          <a:endParaRPr lang="en-US" sz="18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770B53F8-F749-40F6-90DC-12AA95EA0B18}" type="parTrans" cxnId="{1D62B015-CDE4-4647-BBAA-12E87BEC1F7B}">
      <dgm:prSet/>
      <dgm:spPr/>
      <dgm:t>
        <a:bodyPr/>
        <a:lstStyle/>
        <a:p>
          <a:endParaRPr lang="en-US"/>
        </a:p>
      </dgm:t>
    </dgm:pt>
    <dgm:pt modelId="{F058937B-3C70-40D5-9451-9A276E43456A}" type="sibTrans" cxnId="{1D62B015-CDE4-4647-BBAA-12E87BEC1F7B}">
      <dgm:prSet/>
      <dgm:spPr/>
      <dgm:t>
        <a:bodyPr/>
        <a:lstStyle/>
        <a:p>
          <a:endParaRPr lang="en-US"/>
        </a:p>
      </dgm:t>
    </dgm:pt>
    <dgm:pt modelId="{BA001E3A-F991-49FD-86DF-E620711EF47C}">
      <dgm:prSet custT="1"/>
      <dgm:spPr>
        <a:solidFill>
          <a:schemeClr val="accent2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Self-Healing</a:t>
          </a:r>
          <a:endParaRPr lang="en-US" sz="18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E72F42AA-0EA5-4877-A9AB-FDD27F9A3DCF}" type="parTrans" cxnId="{C2123E82-32A6-4872-893D-01974F7F6E2E}">
      <dgm:prSet/>
      <dgm:spPr/>
      <dgm:t>
        <a:bodyPr/>
        <a:lstStyle/>
        <a:p>
          <a:endParaRPr lang="en-US"/>
        </a:p>
      </dgm:t>
    </dgm:pt>
    <dgm:pt modelId="{D35E93CD-41DC-41CD-A0A1-012FFE39C116}" type="sibTrans" cxnId="{C2123E82-32A6-4872-893D-01974F7F6E2E}">
      <dgm:prSet/>
      <dgm:spPr/>
      <dgm:t>
        <a:bodyPr/>
        <a:lstStyle/>
        <a:p>
          <a:endParaRPr lang="en-US"/>
        </a:p>
      </dgm:t>
    </dgm:pt>
    <dgm:pt modelId="{4D3B233D-3E6D-4243-86F7-86D8127AEDE8}">
      <dgm:prSet custT="1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Deteção automática de falhas através de mensagens </a:t>
          </a:r>
          <a:r>
            <a:rPr lang="pt-BR" sz="1800" i="1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Keepalive</a:t>
          </a:r>
          <a:r>
            <a:rPr lang="pt-BR" sz="18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.</a:t>
          </a:r>
          <a:endParaRPr lang="en-US" sz="18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74FAEB6B-3CCF-4E37-9FB9-40FA42542369}" type="parTrans" cxnId="{3CF3ABB8-833D-4D8D-AFE2-90D3D327D733}">
      <dgm:prSet/>
      <dgm:spPr/>
      <dgm:t>
        <a:bodyPr/>
        <a:lstStyle/>
        <a:p>
          <a:endParaRPr lang="en-US"/>
        </a:p>
      </dgm:t>
    </dgm:pt>
    <dgm:pt modelId="{D487392B-9813-49A4-8467-D09F432DB49E}" type="sibTrans" cxnId="{3CF3ABB8-833D-4D8D-AFE2-90D3D327D733}">
      <dgm:prSet/>
      <dgm:spPr/>
      <dgm:t>
        <a:bodyPr/>
        <a:lstStyle/>
        <a:p>
          <a:endParaRPr lang="en-US"/>
        </a:p>
      </dgm:t>
    </dgm:pt>
    <dgm:pt modelId="{CFF2F4F0-454D-42E0-814A-B1046F9B1A3B}">
      <dgm:prSet custT="1"/>
      <dgm:spPr>
        <a:solidFill>
          <a:schemeClr val="accent2"/>
        </a:solidFill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Identificação dos Sistemas Autónomos (ASN)</a:t>
          </a:r>
          <a:endParaRPr lang="en-US" sz="18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D6D9E5D2-144F-42CB-8B3E-C930080AF244}" type="parTrans" cxnId="{A8ECBB6C-087E-4DBA-895D-013D747BEDD3}">
      <dgm:prSet/>
      <dgm:spPr/>
      <dgm:t>
        <a:bodyPr/>
        <a:lstStyle/>
        <a:p>
          <a:endParaRPr lang="en-US"/>
        </a:p>
      </dgm:t>
    </dgm:pt>
    <dgm:pt modelId="{C9F9BC55-EF5B-408B-B2B0-FB78E8828269}" type="sibTrans" cxnId="{A8ECBB6C-087E-4DBA-895D-013D747BEDD3}">
      <dgm:prSet/>
      <dgm:spPr/>
      <dgm:t>
        <a:bodyPr/>
        <a:lstStyle/>
        <a:p>
          <a:endParaRPr lang="en-US"/>
        </a:p>
      </dgm:t>
    </dgm:pt>
    <dgm:pt modelId="{E705D424-3937-4D3B-AAD1-5F361495276B}">
      <dgm:prSet custT="1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On-Prem:</a:t>
          </a:r>
          <a:r>
            <a:rPr lang="pt-BR" sz="18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65520</a:t>
          </a:r>
          <a:endParaRPr lang="en-US" sz="18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A4367B29-F83D-4031-B932-8E54AF22A0B0}" type="parTrans" cxnId="{CE866E4A-235A-4769-96FA-24E82E966414}">
      <dgm:prSet/>
      <dgm:spPr/>
      <dgm:t>
        <a:bodyPr/>
        <a:lstStyle/>
        <a:p>
          <a:endParaRPr lang="en-US"/>
        </a:p>
      </dgm:t>
    </dgm:pt>
    <dgm:pt modelId="{E5114F7B-6B5A-4BB9-A9A7-B7281FE7EB2E}" type="sibTrans" cxnId="{CE866E4A-235A-4769-96FA-24E82E966414}">
      <dgm:prSet/>
      <dgm:spPr/>
      <dgm:t>
        <a:bodyPr/>
        <a:lstStyle/>
        <a:p>
          <a:endParaRPr lang="en-US"/>
        </a:p>
      </dgm:t>
    </dgm:pt>
    <dgm:pt modelId="{F9477896-F4CE-4115-AC41-32464E66BD6D}">
      <dgm:prSet custT="1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Azure:</a:t>
          </a:r>
          <a:r>
            <a:rPr lang="pt-BR" sz="18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65515</a:t>
          </a:r>
          <a:endParaRPr lang="en-US" sz="18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FC49C568-D0E6-46D2-BC67-F7CC56A0BF27}" type="parTrans" cxnId="{0230BAF2-5F2F-47DD-97AE-A1DD86266871}">
      <dgm:prSet/>
      <dgm:spPr/>
      <dgm:t>
        <a:bodyPr/>
        <a:lstStyle/>
        <a:p>
          <a:endParaRPr lang="en-US"/>
        </a:p>
      </dgm:t>
    </dgm:pt>
    <dgm:pt modelId="{85C974F0-40DA-49F3-A86D-E09A19CDC56B}" type="sibTrans" cxnId="{0230BAF2-5F2F-47DD-97AE-A1DD86266871}">
      <dgm:prSet/>
      <dgm:spPr/>
      <dgm:t>
        <a:bodyPr/>
        <a:lstStyle/>
        <a:p>
          <a:endParaRPr lang="en-US"/>
        </a:p>
      </dgm:t>
    </dgm:pt>
    <dgm:pt modelId="{4E05FE9F-B919-4CC8-A0FC-135DCAE26CE1}">
      <dgm:prSet custT="1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pt-BR" sz="1800" b="1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AWS:</a:t>
          </a:r>
          <a:r>
            <a:rPr lang="pt-BR" sz="18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64512</a:t>
          </a:r>
          <a:endParaRPr lang="en-US" sz="18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gm:t>
    </dgm:pt>
    <dgm:pt modelId="{E8578075-C3C7-4527-8B7B-2EAB936716DB}" type="parTrans" cxnId="{77A2E2D2-1973-4A71-A2FB-463199730A69}">
      <dgm:prSet/>
      <dgm:spPr/>
      <dgm:t>
        <a:bodyPr/>
        <a:lstStyle/>
        <a:p>
          <a:endParaRPr lang="en-US"/>
        </a:p>
      </dgm:t>
    </dgm:pt>
    <dgm:pt modelId="{0E3A6A1C-5900-49D6-AC65-CF70D3501A60}" type="sibTrans" cxnId="{77A2E2D2-1973-4A71-A2FB-463199730A69}">
      <dgm:prSet/>
      <dgm:spPr/>
      <dgm:t>
        <a:bodyPr/>
        <a:lstStyle/>
        <a:p>
          <a:endParaRPr lang="en-US"/>
        </a:p>
      </dgm:t>
    </dgm:pt>
    <dgm:pt modelId="{9D4EA234-61B0-4E07-B04D-4077E1C57042}" type="pres">
      <dgm:prSet presAssocID="{F28386AE-40BA-437C-9336-F4C823630E3B}" presName="linear" presStyleCnt="0">
        <dgm:presLayoutVars>
          <dgm:dir/>
          <dgm:animLvl val="lvl"/>
          <dgm:resizeHandles val="exact"/>
        </dgm:presLayoutVars>
      </dgm:prSet>
      <dgm:spPr/>
    </dgm:pt>
    <dgm:pt modelId="{16DA31B7-8487-4D10-BFB2-BC8A07802441}" type="pres">
      <dgm:prSet presAssocID="{933038DA-FA18-4DF2-87E6-1EFB727741C9}" presName="parentLin" presStyleCnt="0"/>
      <dgm:spPr/>
    </dgm:pt>
    <dgm:pt modelId="{90CD0BE9-FD42-41EC-91B8-DE287D1A0FCE}" type="pres">
      <dgm:prSet presAssocID="{933038DA-FA18-4DF2-87E6-1EFB727741C9}" presName="parentLeftMargin" presStyleLbl="node1" presStyleIdx="0" presStyleCnt="3"/>
      <dgm:spPr/>
    </dgm:pt>
    <dgm:pt modelId="{33377867-398D-4D9F-ABEF-8E58E62B8CF9}" type="pres">
      <dgm:prSet presAssocID="{933038DA-FA18-4DF2-87E6-1EFB727741C9}" presName="parentText" presStyleLbl="node1" presStyleIdx="0" presStyleCnt="3" custLinFactNeighborX="8218" custLinFactNeighborY="-2139">
        <dgm:presLayoutVars>
          <dgm:chMax val="0"/>
          <dgm:bulletEnabled val="1"/>
        </dgm:presLayoutVars>
      </dgm:prSet>
      <dgm:spPr/>
    </dgm:pt>
    <dgm:pt modelId="{0B42E009-D29F-46A2-A58C-14054B4ED934}" type="pres">
      <dgm:prSet presAssocID="{933038DA-FA18-4DF2-87E6-1EFB727741C9}" presName="negativeSpace" presStyleCnt="0"/>
      <dgm:spPr/>
    </dgm:pt>
    <dgm:pt modelId="{5AEBAAB8-C2EA-44D0-A19C-A8A3E02A7C2B}" type="pres">
      <dgm:prSet presAssocID="{933038DA-FA18-4DF2-87E6-1EFB727741C9}" presName="childText" presStyleLbl="conFgAcc1" presStyleIdx="0" presStyleCnt="3">
        <dgm:presLayoutVars>
          <dgm:bulletEnabled val="1"/>
        </dgm:presLayoutVars>
      </dgm:prSet>
      <dgm:spPr/>
    </dgm:pt>
    <dgm:pt modelId="{D0ED99CC-E24F-4856-9F9C-4D86124F5778}" type="pres">
      <dgm:prSet presAssocID="{29CE1EEC-32E1-440B-A4AB-F4C2CD4743B9}" presName="spaceBetweenRectangles" presStyleCnt="0"/>
      <dgm:spPr/>
    </dgm:pt>
    <dgm:pt modelId="{DC61C018-C76A-463A-8B3B-6A860A6F5C7B}" type="pres">
      <dgm:prSet presAssocID="{BA001E3A-F991-49FD-86DF-E620711EF47C}" presName="parentLin" presStyleCnt="0"/>
      <dgm:spPr/>
    </dgm:pt>
    <dgm:pt modelId="{C9B050BF-1046-435D-BF74-65D28A9613AB}" type="pres">
      <dgm:prSet presAssocID="{BA001E3A-F991-49FD-86DF-E620711EF47C}" presName="parentLeftMargin" presStyleLbl="node1" presStyleIdx="0" presStyleCnt="3"/>
      <dgm:spPr/>
    </dgm:pt>
    <dgm:pt modelId="{A4979DB8-1B78-4FD9-B12D-D42EDC4777F2}" type="pres">
      <dgm:prSet presAssocID="{BA001E3A-F991-49FD-86DF-E620711EF47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53C58E-355D-40AA-9A96-915B9D3E1ED3}" type="pres">
      <dgm:prSet presAssocID="{BA001E3A-F991-49FD-86DF-E620711EF47C}" presName="negativeSpace" presStyleCnt="0"/>
      <dgm:spPr/>
    </dgm:pt>
    <dgm:pt modelId="{9B915653-98F5-4D29-BAEF-506552D82CF1}" type="pres">
      <dgm:prSet presAssocID="{BA001E3A-F991-49FD-86DF-E620711EF47C}" presName="childText" presStyleLbl="conFgAcc1" presStyleIdx="1" presStyleCnt="3">
        <dgm:presLayoutVars>
          <dgm:bulletEnabled val="1"/>
        </dgm:presLayoutVars>
      </dgm:prSet>
      <dgm:spPr/>
    </dgm:pt>
    <dgm:pt modelId="{EE52EA76-DC72-4239-B6DE-2B9AC7AC2510}" type="pres">
      <dgm:prSet presAssocID="{D35E93CD-41DC-41CD-A0A1-012FFE39C116}" presName="spaceBetweenRectangles" presStyleCnt="0"/>
      <dgm:spPr/>
    </dgm:pt>
    <dgm:pt modelId="{6609CFEE-4639-451B-92EB-CC03C7B97023}" type="pres">
      <dgm:prSet presAssocID="{CFF2F4F0-454D-42E0-814A-B1046F9B1A3B}" presName="parentLin" presStyleCnt="0"/>
      <dgm:spPr/>
    </dgm:pt>
    <dgm:pt modelId="{8BEDC409-2E33-4CC5-AD88-27CF4817B90F}" type="pres">
      <dgm:prSet presAssocID="{CFF2F4F0-454D-42E0-814A-B1046F9B1A3B}" presName="parentLeftMargin" presStyleLbl="node1" presStyleIdx="1" presStyleCnt="3"/>
      <dgm:spPr/>
    </dgm:pt>
    <dgm:pt modelId="{2A0A1E6C-75C2-4335-B255-77BE38010BAA}" type="pres">
      <dgm:prSet presAssocID="{CFF2F4F0-454D-42E0-814A-B1046F9B1A3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F4E9D76-87A2-4C0D-AACA-1FC2D516E205}" type="pres">
      <dgm:prSet presAssocID="{CFF2F4F0-454D-42E0-814A-B1046F9B1A3B}" presName="negativeSpace" presStyleCnt="0"/>
      <dgm:spPr/>
    </dgm:pt>
    <dgm:pt modelId="{669F7C20-579E-43C6-9EF5-241062ECC6CC}" type="pres">
      <dgm:prSet presAssocID="{CFF2F4F0-454D-42E0-814A-B1046F9B1A3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7748104-21A6-43FA-9B64-2160EE601E38}" type="presOf" srcId="{CFF2F4F0-454D-42E0-814A-B1046F9B1A3B}" destId="{8BEDC409-2E33-4CC5-AD88-27CF4817B90F}" srcOrd="0" destOrd="0" presId="urn:microsoft.com/office/officeart/2005/8/layout/list1"/>
    <dgm:cxn modelId="{BEDEAA11-BA37-4F9C-BE14-C244BDC738F6}" type="presOf" srcId="{4D3B233D-3E6D-4243-86F7-86D8127AEDE8}" destId="{9B915653-98F5-4D29-BAEF-506552D82CF1}" srcOrd="0" destOrd="0" presId="urn:microsoft.com/office/officeart/2005/8/layout/list1"/>
    <dgm:cxn modelId="{1D62B015-CDE4-4647-BBAA-12E87BEC1F7B}" srcId="{933038DA-FA18-4DF2-87E6-1EFB727741C9}" destId="{0C13C1E8-13B8-4475-A6CB-562BE1620AFA}" srcOrd="0" destOrd="0" parTransId="{770B53F8-F749-40F6-90DC-12AA95EA0B18}" sibTransId="{F058937B-3C70-40D5-9451-9A276E43456A}"/>
    <dgm:cxn modelId="{1D964017-98E1-406A-8D04-ADAA07C0B6DF}" type="presOf" srcId="{4E05FE9F-B919-4CC8-A0FC-135DCAE26CE1}" destId="{669F7C20-579E-43C6-9EF5-241062ECC6CC}" srcOrd="0" destOrd="2" presId="urn:microsoft.com/office/officeart/2005/8/layout/list1"/>
    <dgm:cxn modelId="{CF7BFA18-CCBE-42AA-AF71-98772A92DE9F}" type="presOf" srcId="{F28386AE-40BA-437C-9336-F4C823630E3B}" destId="{9D4EA234-61B0-4E07-B04D-4077E1C57042}" srcOrd="0" destOrd="0" presId="urn:microsoft.com/office/officeart/2005/8/layout/list1"/>
    <dgm:cxn modelId="{4313B61B-D43E-407A-9EFC-09CB9A0936A4}" srcId="{F28386AE-40BA-437C-9336-F4C823630E3B}" destId="{933038DA-FA18-4DF2-87E6-1EFB727741C9}" srcOrd="0" destOrd="0" parTransId="{194CF408-9F3B-4E0D-B3CC-AB803632D013}" sibTransId="{29CE1EEC-32E1-440B-A4AB-F4C2CD4743B9}"/>
    <dgm:cxn modelId="{343F4E1C-6714-4F59-B838-34A85744C5B4}" type="presOf" srcId="{CFF2F4F0-454D-42E0-814A-B1046F9B1A3B}" destId="{2A0A1E6C-75C2-4335-B255-77BE38010BAA}" srcOrd="1" destOrd="0" presId="urn:microsoft.com/office/officeart/2005/8/layout/list1"/>
    <dgm:cxn modelId="{68999126-15F2-4CA1-A628-0CEE3F449084}" type="presOf" srcId="{933038DA-FA18-4DF2-87E6-1EFB727741C9}" destId="{90CD0BE9-FD42-41EC-91B8-DE287D1A0FCE}" srcOrd="0" destOrd="0" presId="urn:microsoft.com/office/officeart/2005/8/layout/list1"/>
    <dgm:cxn modelId="{CE866E4A-235A-4769-96FA-24E82E966414}" srcId="{CFF2F4F0-454D-42E0-814A-B1046F9B1A3B}" destId="{E705D424-3937-4D3B-AAD1-5F361495276B}" srcOrd="0" destOrd="0" parTransId="{A4367B29-F83D-4031-B932-8E54AF22A0B0}" sibTransId="{E5114F7B-6B5A-4BB9-A9A7-B7281FE7EB2E}"/>
    <dgm:cxn modelId="{8220D84B-616C-41ED-BCD4-41F405E766BD}" type="presOf" srcId="{933038DA-FA18-4DF2-87E6-1EFB727741C9}" destId="{33377867-398D-4D9F-ABEF-8E58E62B8CF9}" srcOrd="1" destOrd="0" presId="urn:microsoft.com/office/officeart/2005/8/layout/list1"/>
    <dgm:cxn modelId="{A8ECBB6C-087E-4DBA-895D-013D747BEDD3}" srcId="{F28386AE-40BA-437C-9336-F4C823630E3B}" destId="{CFF2F4F0-454D-42E0-814A-B1046F9B1A3B}" srcOrd="2" destOrd="0" parTransId="{D6D9E5D2-144F-42CB-8B3E-C930080AF244}" sibTransId="{C9F9BC55-EF5B-408B-B2B0-FB78E8828269}"/>
    <dgm:cxn modelId="{8498904F-4C1F-432C-95D8-0CCCC4142966}" type="presOf" srcId="{BA001E3A-F991-49FD-86DF-E620711EF47C}" destId="{A4979DB8-1B78-4FD9-B12D-D42EDC4777F2}" srcOrd="1" destOrd="0" presId="urn:microsoft.com/office/officeart/2005/8/layout/list1"/>
    <dgm:cxn modelId="{C2123E82-32A6-4872-893D-01974F7F6E2E}" srcId="{F28386AE-40BA-437C-9336-F4C823630E3B}" destId="{BA001E3A-F991-49FD-86DF-E620711EF47C}" srcOrd="1" destOrd="0" parTransId="{E72F42AA-0EA5-4877-A9AB-FDD27F9A3DCF}" sibTransId="{D35E93CD-41DC-41CD-A0A1-012FFE39C116}"/>
    <dgm:cxn modelId="{B799AFAF-B779-4251-9C07-1D9083032CEF}" type="presOf" srcId="{BA001E3A-F991-49FD-86DF-E620711EF47C}" destId="{C9B050BF-1046-435D-BF74-65D28A9613AB}" srcOrd="0" destOrd="0" presId="urn:microsoft.com/office/officeart/2005/8/layout/list1"/>
    <dgm:cxn modelId="{3CF3ABB8-833D-4D8D-AFE2-90D3D327D733}" srcId="{BA001E3A-F991-49FD-86DF-E620711EF47C}" destId="{4D3B233D-3E6D-4243-86F7-86D8127AEDE8}" srcOrd="0" destOrd="0" parTransId="{74FAEB6B-3CCF-4E37-9FB9-40FA42542369}" sibTransId="{D487392B-9813-49A4-8467-D09F432DB49E}"/>
    <dgm:cxn modelId="{26E1A4C4-B719-493D-9B5A-87106D9ED8AC}" type="presOf" srcId="{0C13C1E8-13B8-4475-A6CB-562BE1620AFA}" destId="{5AEBAAB8-C2EA-44D0-A19C-A8A3E02A7C2B}" srcOrd="0" destOrd="0" presId="urn:microsoft.com/office/officeart/2005/8/layout/list1"/>
    <dgm:cxn modelId="{220C51CB-4B6E-431D-BF71-CB5A5018C1DB}" type="presOf" srcId="{F9477896-F4CE-4115-AC41-32464E66BD6D}" destId="{669F7C20-579E-43C6-9EF5-241062ECC6CC}" srcOrd="0" destOrd="1" presId="urn:microsoft.com/office/officeart/2005/8/layout/list1"/>
    <dgm:cxn modelId="{77A2E2D2-1973-4A71-A2FB-463199730A69}" srcId="{CFF2F4F0-454D-42E0-814A-B1046F9B1A3B}" destId="{4E05FE9F-B919-4CC8-A0FC-135DCAE26CE1}" srcOrd="2" destOrd="0" parTransId="{E8578075-C3C7-4527-8B7B-2EAB936716DB}" sibTransId="{0E3A6A1C-5900-49D6-AC65-CF70D3501A60}"/>
    <dgm:cxn modelId="{8FB665D7-AEEE-4D39-9DCB-E63E6C25E3DF}" type="presOf" srcId="{E705D424-3937-4D3B-AAD1-5F361495276B}" destId="{669F7C20-579E-43C6-9EF5-241062ECC6CC}" srcOrd="0" destOrd="0" presId="urn:microsoft.com/office/officeart/2005/8/layout/list1"/>
    <dgm:cxn modelId="{0230BAF2-5F2F-47DD-97AE-A1DD86266871}" srcId="{CFF2F4F0-454D-42E0-814A-B1046F9B1A3B}" destId="{F9477896-F4CE-4115-AC41-32464E66BD6D}" srcOrd="1" destOrd="0" parTransId="{FC49C568-D0E6-46D2-BC67-F7CC56A0BF27}" sibTransId="{85C974F0-40DA-49F3-A86D-E09A19CDC56B}"/>
    <dgm:cxn modelId="{9C80955B-5AA3-40C8-B970-A281525F2D8A}" type="presParOf" srcId="{9D4EA234-61B0-4E07-B04D-4077E1C57042}" destId="{16DA31B7-8487-4D10-BFB2-BC8A07802441}" srcOrd="0" destOrd="0" presId="urn:microsoft.com/office/officeart/2005/8/layout/list1"/>
    <dgm:cxn modelId="{A5F8D8B6-B218-46A0-98FA-247900E4F4C7}" type="presParOf" srcId="{16DA31B7-8487-4D10-BFB2-BC8A07802441}" destId="{90CD0BE9-FD42-41EC-91B8-DE287D1A0FCE}" srcOrd="0" destOrd="0" presId="urn:microsoft.com/office/officeart/2005/8/layout/list1"/>
    <dgm:cxn modelId="{6DCDF9E8-7C61-458E-ABFA-8FF17C9B0CD7}" type="presParOf" srcId="{16DA31B7-8487-4D10-BFB2-BC8A07802441}" destId="{33377867-398D-4D9F-ABEF-8E58E62B8CF9}" srcOrd="1" destOrd="0" presId="urn:microsoft.com/office/officeart/2005/8/layout/list1"/>
    <dgm:cxn modelId="{F5AE29EF-ED2C-412B-9A5D-423B58ECFD5D}" type="presParOf" srcId="{9D4EA234-61B0-4E07-B04D-4077E1C57042}" destId="{0B42E009-D29F-46A2-A58C-14054B4ED934}" srcOrd="1" destOrd="0" presId="urn:microsoft.com/office/officeart/2005/8/layout/list1"/>
    <dgm:cxn modelId="{F40F1127-A8AA-469D-A2EC-AB3F02F30916}" type="presParOf" srcId="{9D4EA234-61B0-4E07-B04D-4077E1C57042}" destId="{5AEBAAB8-C2EA-44D0-A19C-A8A3E02A7C2B}" srcOrd="2" destOrd="0" presId="urn:microsoft.com/office/officeart/2005/8/layout/list1"/>
    <dgm:cxn modelId="{8A02DED1-4504-412A-83BD-C35A2C2DD101}" type="presParOf" srcId="{9D4EA234-61B0-4E07-B04D-4077E1C57042}" destId="{D0ED99CC-E24F-4856-9F9C-4D86124F5778}" srcOrd="3" destOrd="0" presId="urn:microsoft.com/office/officeart/2005/8/layout/list1"/>
    <dgm:cxn modelId="{3920FECF-D67F-4B9E-9B77-59E8854E6C69}" type="presParOf" srcId="{9D4EA234-61B0-4E07-B04D-4077E1C57042}" destId="{DC61C018-C76A-463A-8B3B-6A860A6F5C7B}" srcOrd="4" destOrd="0" presId="urn:microsoft.com/office/officeart/2005/8/layout/list1"/>
    <dgm:cxn modelId="{C08C651B-480B-465D-BDD5-29B26948D002}" type="presParOf" srcId="{DC61C018-C76A-463A-8B3B-6A860A6F5C7B}" destId="{C9B050BF-1046-435D-BF74-65D28A9613AB}" srcOrd="0" destOrd="0" presId="urn:microsoft.com/office/officeart/2005/8/layout/list1"/>
    <dgm:cxn modelId="{C83A94DE-7B3E-4CD1-AA3D-8C6FA8695496}" type="presParOf" srcId="{DC61C018-C76A-463A-8B3B-6A860A6F5C7B}" destId="{A4979DB8-1B78-4FD9-B12D-D42EDC4777F2}" srcOrd="1" destOrd="0" presId="urn:microsoft.com/office/officeart/2005/8/layout/list1"/>
    <dgm:cxn modelId="{BBA9F1A8-9B06-4112-B0E6-4D509F947FF3}" type="presParOf" srcId="{9D4EA234-61B0-4E07-B04D-4077E1C57042}" destId="{8753C58E-355D-40AA-9A96-915B9D3E1ED3}" srcOrd="5" destOrd="0" presId="urn:microsoft.com/office/officeart/2005/8/layout/list1"/>
    <dgm:cxn modelId="{F524045C-D799-40AD-9349-062EC492C26C}" type="presParOf" srcId="{9D4EA234-61B0-4E07-B04D-4077E1C57042}" destId="{9B915653-98F5-4D29-BAEF-506552D82CF1}" srcOrd="6" destOrd="0" presId="urn:microsoft.com/office/officeart/2005/8/layout/list1"/>
    <dgm:cxn modelId="{4C95A76C-3DF0-4CD6-B1CB-C548BC81CCB9}" type="presParOf" srcId="{9D4EA234-61B0-4E07-B04D-4077E1C57042}" destId="{EE52EA76-DC72-4239-B6DE-2B9AC7AC2510}" srcOrd="7" destOrd="0" presId="urn:microsoft.com/office/officeart/2005/8/layout/list1"/>
    <dgm:cxn modelId="{833A825B-5390-4307-B6C8-728BDC94F71F}" type="presParOf" srcId="{9D4EA234-61B0-4E07-B04D-4077E1C57042}" destId="{6609CFEE-4639-451B-92EB-CC03C7B97023}" srcOrd="8" destOrd="0" presId="urn:microsoft.com/office/officeart/2005/8/layout/list1"/>
    <dgm:cxn modelId="{0D798F2C-7BD7-4C1B-8A0D-C75F7A211456}" type="presParOf" srcId="{6609CFEE-4639-451B-92EB-CC03C7B97023}" destId="{8BEDC409-2E33-4CC5-AD88-27CF4817B90F}" srcOrd="0" destOrd="0" presId="urn:microsoft.com/office/officeart/2005/8/layout/list1"/>
    <dgm:cxn modelId="{3780162F-3528-4331-9492-53F0F47F63C7}" type="presParOf" srcId="{6609CFEE-4639-451B-92EB-CC03C7B97023}" destId="{2A0A1E6C-75C2-4335-B255-77BE38010BAA}" srcOrd="1" destOrd="0" presId="urn:microsoft.com/office/officeart/2005/8/layout/list1"/>
    <dgm:cxn modelId="{D4D90CCD-5D65-4C4A-8768-66486C3CD5C4}" type="presParOf" srcId="{9D4EA234-61B0-4E07-B04D-4077E1C57042}" destId="{5F4E9D76-87A2-4C0D-AACA-1FC2D516E205}" srcOrd="9" destOrd="0" presId="urn:microsoft.com/office/officeart/2005/8/layout/list1"/>
    <dgm:cxn modelId="{DE609566-6A11-45CC-B8D7-7CB7B39DE429}" type="presParOf" srcId="{9D4EA234-61B0-4E07-B04D-4077E1C57042}" destId="{669F7C20-579E-43C6-9EF5-241062ECC6C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3ACFDA-E9E7-4AE4-881E-53537676DFE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3722373-767B-4689-8FBF-61D0B2B837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Gateway</a:t>
          </a:r>
          <a:endParaRPr lang="en-US">
            <a:latin typeface="Urbanist" panose="020B0604020202020204"/>
          </a:endParaRPr>
        </a:p>
      </dgm:t>
    </dgm:pt>
    <dgm:pt modelId="{21C2AFE8-59AB-4B83-AEF3-D60FA5B3C4F8}" type="parTrans" cxnId="{2A384A28-62DE-4C44-AAC2-90464515E50D}">
      <dgm:prSet/>
      <dgm:spPr/>
      <dgm:t>
        <a:bodyPr/>
        <a:lstStyle/>
        <a:p>
          <a:endParaRPr lang="en-US"/>
        </a:p>
      </dgm:t>
    </dgm:pt>
    <dgm:pt modelId="{20AA7C2B-33C3-4ACA-8A37-E5D861776607}" type="sibTrans" cxnId="{2A384A28-62DE-4C44-AAC2-90464515E50D}">
      <dgm:prSet/>
      <dgm:spPr/>
      <dgm:t>
        <a:bodyPr/>
        <a:lstStyle/>
        <a:p>
          <a:endParaRPr lang="en-US"/>
        </a:p>
      </dgm:t>
    </dgm:pt>
    <dgm:pt modelId="{68B26839-5BE3-477F-B43F-4B3CDB7795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Virtual Private Gateway</a:t>
          </a:r>
          <a:endParaRPr lang="en-US">
            <a:latin typeface="Urbanist" panose="020B0604020202020204"/>
          </a:endParaRPr>
        </a:p>
      </dgm:t>
    </dgm:pt>
    <dgm:pt modelId="{5B4CFD79-E79E-46BD-930D-112E931A256C}" type="parTrans" cxnId="{9495AE14-B221-4650-A3E7-2F6C757C5B29}">
      <dgm:prSet/>
      <dgm:spPr/>
      <dgm:t>
        <a:bodyPr/>
        <a:lstStyle/>
        <a:p>
          <a:endParaRPr lang="en-US"/>
        </a:p>
      </dgm:t>
    </dgm:pt>
    <dgm:pt modelId="{A3F03069-E9DB-4F0D-B93C-EF76127C357A}" type="sibTrans" cxnId="{9495AE14-B221-4650-A3E7-2F6C757C5B29}">
      <dgm:prSet/>
      <dgm:spPr/>
      <dgm:t>
        <a:bodyPr/>
        <a:lstStyle/>
        <a:p>
          <a:endParaRPr lang="en-US"/>
        </a:p>
      </dgm:t>
    </dgm:pt>
    <dgm:pt modelId="{3BDC47D1-FCCC-49EB-8969-D5CF6271CF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Virtual Private Cloud</a:t>
          </a:r>
          <a:endParaRPr lang="en-US">
            <a:latin typeface="Urbanist" panose="020B0604020202020204"/>
          </a:endParaRPr>
        </a:p>
      </dgm:t>
    </dgm:pt>
    <dgm:pt modelId="{264CAB98-7189-4627-9B51-F570A9D95CCB}" type="parTrans" cxnId="{A646E502-B288-4102-B811-5F4F365DFECC}">
      <dgm:prSet/>
      <dgm:spPr/>
      <dgm:t>
        <a:bodyPr/>
        <a:lstStyle/>
        <a:p>
          <a:endParaRPr lang="en-US"/>
        </a:p>
      </dgm:t>
    </dgm:pt>
    <dgm:pt modelId="{21A00D09-F84E-45D7-B5C9-DA98419ADA2C}" type="sibTrans" cxnId="{A646E502-B288-4102-B811-5F4F365DFECC}">
      <dgm:prSet/>
      <dgm:spPr/>
      <dgm:t>
        <a:bodyPr/>
        <a:lstStyle/>
        <a:p>
          <a:endParaRPr lang="en-US"/>
        </a:p>
      </dgm:t>
    </dgm:pt>
    <dgm:pt modelId="{3C05AC93-6D14-4754-8A31-B634BC2C06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VPN</a:t>
          </a:r>
          <a:endParaRPr lang="en-US">
            <a:latin typeface="Urbanist" panose="020B0604020202020204"/>
          </a:endParaRPr>
        </a:p>
      </dgm:t>
    </dgm:pt>
    <dgm:pt modelId="{034DC46A-502B-4973-BE7E-32E76CD7F1E2}" type="parTrans" cxnId="{A9D0EA75-1F74-44B9-BAC3-4C69AF80581B}">
      <dgm:prSet/>
      <dgm:spPr/>
      <dgm:t>
        <a:bodyPr/>
        <a:lstStyle/>
        <a:p>
          <a:endParaRPr lang="en-US"/>
        </a:p>
      </dgm:t>
    </dgm:pt>
    <dgm:pt modelId="{0F13A92A-A774-44B7-A488-931B81555D32}" type="sibTrans" cxnId="{A9D0EA75-1F74-44B9-BAC3-4C69AF80581B}">
      <dgm:prSet/>
      <dgm:spPr/>
      <dgm:t>
        <a:bodyPr/>
        <a:lstStyle/>
        <a:p>
          <a:endParaRPr lang="en-US"/>
        </a:p>
      </dgm:t>
    </dgm:pt>
    <dgm:pt modelId="{8E06C456-5EAD-4B32-9908-600C44E64AF7}" type="pres">
      <dgm:prSet presAssocID="{613ACFDA-E9E7-4AE4-881E-53537676DFE7}" presName="root" presStyleCnt="0">
        <dgm:presLayoutVars>
          <dgm:dir/>
          <dgm:resizeHandles val="exact"/>
        </dgm:presLayoutVars>
      </dgm:prSet>
      <dgm:spPr/>
    </dgm:pt>
    <dgm:pt modelId="{FD858E23-9F58-4765-8BA5-03E261062198}" type="pres">
      <dgm:prSet presAssocID="{63722373-767B-4689-8FBF-61D0B2B83705}" presName="compNode" presStyleCnt="0"/>
      <dgm:spPr/>
    </dgm:pt>
    <dgm:pt modelId="{A9BC2BAD-51E2-4B75-8A28-7BE632B98B74}" type="pres">
      <dgm:prSet presAssocID="{63722373-767B-4689-8FBF-61D0B2B83705}" presName="bgRect" presStyleLbl="bgShp" presStyleIdx="0" presStyleCnt="4"/>
      <dgm:spPr/>
    </dgm:pt>
    <dgm:pt modelId="{F3CFB468-00EF-48FF-B042-B44AA5228961}" type="pres">
      <dgm:prSet presAssocID="{63722373-767B-4689-8FBF-61D0B2B83705}" presName="iconRect" presStyleLbl="node1" presStyleIdx="0" presStyleCnt="4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0AEF5A97-7610-4DE3-A9DF-C83810610DA0}" type="pres">
      <dgm:prSet presAssocID="{63722373-767B-4689-8FBF-61D0B2B83705}" presName="spaceRect" presStyleCnt="0"/>
      <dgm:spPr/>
    </dgm:pt>
    <dgm:pt modelId="{9B2E015F-E613-4312-9993-279A31CD002E}" type="pres">
      <dgm:prSet presAssocID="{63722373-767B-4689-8FBF-61D0B2B83705}" presName="parTx" presStyleLbl="revTx" presStyleIdx="0" presStyleCnt="4">
        <dgm:presLayoutVars>
          <dgm:chMax val="0"/>
          <dgm:chPref val="0"/>
        </dgm:presLayoutVars>
      </dgm:prSet>
      <dgm:spPr/>
    </dgm:pt>
    <dgm:pt modelId="{25422918-A1E7-4A48-8A68-3AC3316869FD}" type="pres">
      <dgm:prSet presAssocID="{20AA7C2B-33C3-4ACA-8A37-E5D861776607}" presName="sibTrans" presStyleCnt="0"/>
      <dgm:spPr/>
    </dgm:pt>
    <dgm:pt modelId="{13856BC0-C17F-4C73-AF76-78485BBF4816}" type="pres">
      <dgm:prSet presAssocID="{68B26839-5BE3-477F-B43F-4B3CDB7795F0}" presName="compNode" presStyleCnt="0"/>
      <dgm:spPr/>
    </dgm:pt>
    <dgm:pt modelId="{886D4551-9089-4B5A-9439-D26EC4C211AB}" type="pres">
      <dgm:prSet presAssocID="{68B26839-5BE3-477F-B43F-4B3CDB7795F0}" presName="bgRect" presStyleLbl="bgShp" presStyleIdx="1" presStyleCnt="4"/>
      <dgm:spPr/>
    </dgm:pt>
    <dgm:pt modelId="{F6FA23FD-5584-40F7-BBB1-BA3BBC5769A1}" type="pres">
      <dgm:prSet presAssocID="{68B26839-5BE3-477F-B43F-4B3CDB7795F0}" presName="iconRect" presStyleLbl="node1" presStyleIdx="1" presStyleCnt="4"/>
      <dgm:spPr>
        <a:blipFill>
          <a:blip xmlns:r="http://schemas.openxmlformats.org/officeDocument/2006/relationships"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</dgm:spPr>
    </dgm:pt>
    <dgm:pt modelId="{3CCFAC86-A77B-4244-9562-42CC761719A1}" type="pres">
      <dgm:prSet presAssocID="{68B26839-5BE3-477F-B43F-4B3CDB7795F0}" presName="spaceRect" presStyleCnt="0"/>
      <dgm:spPr/>
    </dgm:pt>
    <dgm:pt modelId="{0B5C895B-D1F0-480A-81F1-0A8442CFDE56}" type="pres">
      <dgm:prSet presAssocID="{68B26839-5BE3-477F-B43F-4B3CDB7795F0}" presName="parTx" presStyleLbl="revTx" presStyleIdx="1" presStyleCnt="4">
        <dgm:presLayoutVars>
          <dgm:chMax val="0"/>
          <dgm:chPref val="0"/>
        </dgm:presLayoutVars>
      </dgm:prSet>
      <dgm:spPr/>
    </dgm:pt>
    <dgm:pt modelId="{48DC2AC3-8FD9-431C-90C6-AA3CADBFEC6B}" type="pres">
      <dgm:prSet presAssocID="{A3F03069-E9DB-4F0D-B93C-EF76127C357A}" presName="sibTrans" presStyleCnt="0"/>
      <dgm:spPr/>
    </dgm:pt>
    <dgm:pt modelId="{6811813C-1A38-4426-95B2-70634AC24319}" type="pres">
      <dgm:prSet presAssocID="{3BDC47D1-FCCC-49EB-8969-D5CF6271CF44}" presName="compNode" presStyleCnt="0"/>
      <dgm:spPr/>
    </dgm:pt>
    <dgm:pt modelId="{3377EE77-39F0-4515-9A85-1441BF462C0E}" type="pres">
      <dgm:prSet presAssocID="{3BDC47D1-FCCC-49EB-8969-D5CF6271CF44}" presName="bgRect" presStyleLbl="bgShp" presStyleIdx="2" presStyleCnt="4"/>
      <dgm:spPr/>
    </dgm:pt>
    <dgm:pt modelId="{5ED745C9-F139-47BC-84D1-3255352A037D}" type="pres">
      <dgm:prSet presAssocID="{3BDC47D1-FCCC-49EB-8969-D5CF6271CF44}" presName="iconRect" presStyleLbl="node1" presStyleIdx="2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F8B4A69-5798-485F-A92C-D3EA10849F09}" type="pres">
      <dgm:prSet presAssocID="{3BDC47D1-FCCC-49EB-8969-D5CF6271CF44}" presName="spaceRect" presStyleCnt="0"/>
      <dgm:spPr/>
    </dgm:pt>
    <dgm:pt modelId="{693750A5-917C-40ED-835A-83463A91787D}" type="pres">
      <dgm:prSet presAssocID="{3BDC47D1-FCCC-49EB-8969-D5CF6271CF44}" presName="parTx" presStyleLbl="revTx" presStyleIdx="2" presStyleCnt="4">
        <dgm:presLayoutVars>
          <dgm:chMax val="0"/>
          <dgm:chPref val="0"/>
        </dgm:presLayoutVars>
      </dgm:prSet>
      <dgm:spPr/>
    </dgm:pt>
    <dgm:pt modelId="{EA9542D1-FD19-41AB-9F30-5A26320DA30B}" type="pres">
      <dgm:prSet presAssocID="{21A00D09-F84E-45D7-B5C9-DA98419ADA2C}" presName="sibTrans" presStyleCnt="0"/>
      <dgm:spPr/>
    </dgm:pt>
    <dgm:pt modelId="{DAE00CF8-4C3B-45C2-89E8-330A2BB77B25}" type="pres">
      <dgm:prSet presAssocID="{3C05AC93-6D14-4754-8A31-B634BC2C06B6}" presName="compNode" presStyleCnt="0"/>
      <dgm:spPr/>
    </dgm:pt>
    <dgm:pt modelId="{0BB198B3-B1B6-4AD8-93BE-E6AF038CB73A}" type="pres">
      <dgm:prSet presAssocID="{3C05AC93-6D14-4754-8A31-B634BC2C06B6}" presName="bgRect" presStyleLbl="bgShp" presStyleIdx="3" presStyleCnt="4"/>
      <dgm:spPr/>
    </dgm:pt>
    <dgm:pt modelId="{EBF999D2-1C29-47D7-A718-5568C0D65C42}" type="pres">
      <dgm:prSet presAssocID="{3C05AC93-6D14-4754-8A31-B634BC2C06B6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F8AB657-9263-4302-9158-294ACD1FA8EC}" type="pres">
      <dgm:prSet presAssocID="{3C05AC93-6D14-4754-8A31-B634BC2C06B6}" presName="spaceRect" presStyleCnt="0"/>
      <dgm:spPr/>
    </dgm:pt>
    <dgm:pt modelId="{09B05672-1F3E-40E3-AFBC-15CEA3DF8EA4}" type="pres">
      <dgm:prSet presAssocID="{3C05AC93-6D14-4754-8A31-B634BC2C06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646E502-B288-4102-B811-5F4F365DFECC}" srcId="{613ACFDA-E9E7-4AE4-881E-53537676DFE7}" destId="{3BDC47D1-FCCC-49EB-8969-D5CF6271CF44}" srcOrd="2" destOrd="0" parTransId="{264CAB98-7189-4627-9B51-F570A9D95CCB}" sibTransId="{21A00D09-F84E-45D7-B5C9-DA98419ADA2C}"/>
    <dgm:cxn modelId="{9495AE14-B221-4650-A3E7-2F6C757C5B29}" srcId="{613ACFDA-E9E7-4AE4-881E-53537676DFE7}" destId="{68B26839-5BE3-477F-B43F-4B3CDB7795F0}" srcOrd="1" destOrd="0" parTransId="{5B4CFD79-E79E-46BD-930D-112E931A256C}" sibTransId="{A3F03069-E9DB-4F0D-B93C-EF76127C357A}"/>
    <dgm:cxn modelId="{2A384A28-62DE-4C44-AAC2-90464515E50D}" srcId="{613ACFDA-E9E7-4AE4-881E-53537676DFE7}" destId="{63722373-767B-4689-8FBF-61D0B2B83705}" srcOrd="0" destOrd="0" parTransId="{21C2AFE8-59AB-4B83-AEF3-D60FA5B3C4F8}" sibTransId="{20AA7C2B-33C3-4ACA-8A37-E5D861776607}"/>
    <dgm:cxn modelId="{F69D795B-D464-4F86-90DE-F4E78E6DA91A}" type="presOf" srcId="{613ACFDA-E9E7-4AE4-881E-53537676DFE7}" destId="{8E06C456-5EAD-4B32-9908-600C44E64AF7}" srcOrd="0" destOrd="0" presId="urn:microsoft.com/office/officeart/2018/2/layout/IconVerticalSolidList"/>
    <dgm:cxn modelId="{A9D0EA75-1F74-44B9-BAC3-4C69AF80581B}" srcId="{613ACFDA-E9E7-4AE4-881E-53537676DFE7}" destId="{3C05AC93-6D14-4754-8A31-B634BC2C06B6}" srcOrd="3" destOrd="0" parTransId="{034DC46A-502B-4973-BE7E-32E76CD7F1E2}" sibTransId="{0F13A92A-A774-44B7-A488-931B81555D32}"/>
    <dgm:cxn modelId="{6D6E997B-00F0-4A9F-9555-26E8CB035FD2}" type="presOf" srcId="{68B26839-5BE3-477F-B43F-4B3CDB7795F0}" destId="{0B5C895B-D1F0-480A-81F1-0A8442CFDE56}" srcOrd="0" destOrd="0" presId="urn:microsoft.com/office/officeart/2018/2/layout/IconVerticalSolidList"/>
    <dgm:cxn modelId="{A579E7A6-56C6-46E4-BA19-34720C3F7F0C}" type="presOf" srcId="{3BDC47D1-FCCC-49EB-8969-D5CF6271CF44}" destId="{693750A5-917C-40ED-835A-83463A91787D}" srcOrd="0" destOrd="0" presId="urn:microsoft.com/office/officeart/2018/2/layout/IconVerticalSolidList"/>
    <dgm:cxn modelId="{1F5D35DF-28DE-47EF-934B-EB0945B38C7D}" type="presOf" srcId="{63722373-767B-4689-8FBF-61D0B2B83705}" destId="{9B2E015F-E613-4312-9993-279A31CD002E}" srcOrd="0" destOrd="0" presId="urn:microsoft.com/office/officeart/2018/2/layout/IconVerticalSolidList"/>
    <dgm:cxn modelId="{D83E5AEB-A28F-4DAA-AE65-B727F14624CA}" type="presOf" srcId="{3C05AC93-6D14-4754-8A31-B634BC2C06B6}" destId="{09B05672-1F3E-40E3-AFBC-15CEA3DF8EA4}" srcOrd="0" destOrd="0" presId="urn:microsoft.com/office/officeart/2018/2/layout/IconVerticalSolidList"/>
    <dgm:cxn modelId="{30590902-D901-4A59-B54C-0AB29BA3D8EB}" type="presParOf" srcId="{8E06C456-5EAD-4B32-9908-600C44E64AF7}" destId="{FD858E23-9F58-4765-8BA5-03E261062198}" srcOrd="0" destOrd="0" presId="urn:microsoft.com/office/officeart/2018/2/layout/IconVerticalSolidList"/>
    <dgm:cxn modelId="{6E8205E2-9775-4634-921A-D57738E6BA89}" type="presParOf" srcId="{FD858E23-9F58-4765-8BA5-03E261062198}" destId="{A9BC2BAD-51E2-4B75-8A28-7BE632B98B74}" srcOrd="0" destOrd="0" presId="urn:microsoft.com/office/officeart/2018/2/layout/IconVerticalSolidList"/>
    <dgm:cxn modelId="{DC791DCC-B1EC-46D5-B34E-6BADF6E7FF17}" type="presParOf" srcId="{FD858E23-9F58-4765-8BA5-03E261062198}" destId="{F3CFB468-00EF-48FF-B042-B44AA5228961}" srcOrd="1" destOrd="0" presId="urn:microsoft.com/office/officeart/2018/2/layout/IconVerticalSolidList"/>
    <dgm:cxn modelId="{5A034CDA-52A7-43B4-AAB4-F5BF07876F74}" type="presParOf" srcId="{FD858E23-9F58-4765-8BA5-03E261062198}" destId="{0AEF5A97-7610-4DE3-A9DF-C83810610DA0}" srcOrd="2" destOrd="0" presId="urn:microsoft.com/office/officeart/2018/2/layout/IconVerticalSolidList"/>
    <dgm:cxn modelId="{8D915E95-7C7E-4B29-A1B6-D964F99DBF97}" type="presParOf" srcId="{FD858E23-9F58-4765-8BA5-03E261062198}" destId="{9B2E015F-E613-4312-9993-279A31CD002E}" srcOrd="3" destOrd="0" presId="urn:microsoft.com/office/officeart/2018/2/layout/IconVerticalSolidList"/>
    <dgm:cxn modelId="{2407F580-DC0D-4DD4-A08B-9699C5839776}" type="presParOf" srcId="{8E06C456-5EAD-4B32-9908-600C44E64AF7}" destId="{25422918-A1E7-4A48-8A68-3AC3316869FD}" srcOrd="1" destOrd="0" presId="urn:microsoft.com/office/officeart/2018/2/layout/IconVerticalSolidList"/>
    <dgm:cxn modelId="{23D9E9F8-180A-4894-9C83-022BFE848EB2}" type="presParOf" srcId="{8E06C456-5EAD-4B32-9908-600C44E64AF7}" destId="{13856BC0-C17F-4C73-AF76-78485BBF4816}" srcOrd="2" destOrd="0" presId="urn:microsoft.com/office/officeart/2018/2/layout/IconVerticalSolidList"/>
    <dgm:cxn modelId="{8A93F757-CA5B-4CE2-8A6F-251532A21E41}" type="presParOf" srcId="{13856BC0-C17F-4C73-AF76-78485BBF4816}" destId="{886D4551-9089-4B5A-9439-D26EC4C211AB}" srcOrd="0" destOrd="0" presId="urn:microsoft.com/office/officeart/2018/2/layout/IconVerticalSolidList"/>
    <dgm:cxn modelId="{DAF644B0-230F-411E-B93D-CF2A5B2558DD}" type="presParOf" srcId="{13856BC0-C17F-4C73-AF76-78485BBF4816}" destId="{F6FA23FD-5584-40F7-BBB1-BA3BBC5769A1}" srcOrd="1" destOrd="0" presId="urn:microsoft.com/office/officeart/2018/2/layout/IconVerticalSolidList"/>
    <dgm:cxn modelId="{979BA02F-8EEE-40D5-A516-AE2B122B8BC8}" type="presParOf" srcId="{13856BC0-C17F-4C73-AF76-78485BBF4816}" destId="{3CCFAC86-A77B-4244-9562-42CC761719A1}" srcOrd="2" destOrd="0" presId="urn:microsoft.com/office/officeart/2018/2/layout/IconVerticalSolidList"/>
    <dgm:cxn modelId="{BA75B282-1A11-4043-A0E5-A0D8168FFD02}" type="presParOf" srcId="{13856BC0-C17F-4C73-AF76-78485BBF4816}" destId="{0B5C895B-D1F0-480A-81F1-0A8442CFDE56}" srcOrd="3" destOrd="0" presId="urn:microsoft.com/office/officeart/2018/2/layout/IconVerticalSolidList"/>
    <dgm:cxn modelId="{2551C839-17E0-41D7-A0E5-B3456C9A1EBA}" type="presParOf" srcId="{8E06C456-5EAD-4B32-9908-600C44E64AF7}" destId="{48DC2AC3-8FD9-431C-90C6-AA3CADBFEC6B}" srcOrd="3" destOrd="0" presId="urn:microsoft.com/office/officeart/2018/2/layout/IconVerticalSolidList"/>
    <dgm:cxn modelId="{6D2DF904-E761-4F39-BE18-03E474946FF1}" type="presParOf" srcId="{8E06C456-5EAD-4B32-9908-600C44E64AF7}" destId="{6811813C-1A38-4426-95B2-70634AC24319}" srcOrd="4" destOrd="0" presId="urn:microsoft.com/office/officeart/2018/2/layout/IconVerticalSolidList"/>
    <dgm:cxn modelId="{41D036F6-57C4-4F74-AC00-3CF04FB78B56}" type="presParOf" srcId="{6811813C-1A38-4426-95B2-70634AC24319}" destId="{3377EE77-39F0-4515-9A85-1441BF462C0E}" srcOrd="0" destOrd="0" presId="urn:microsoft.com/office/officeart/2018/2/layout/IconVerticalSolidList"/>
    <dgm:cxn modelId="{73BFAAE4-5809-438F-831A-E63AE6D4CA05}" type="presParOf" srcId="{6811813C-1A38-4426-95B2-70634AC24319}" destId="{5ED745C9-F139-47BC-84D1-3255352A037D}" srcOrd="1" destOrd="0" presId="urn:microsoft.com/office/officeart/2018/2/layout/IconVerticalSolidList"/>
    <dgm:cxn modelId="{76DC05B7-5119-455D-8335-1021F0E4F638}" type="presParOf" srcId="{6811813C-1A38-4426-95B2-70634AC24319}" destId="{FF8B4A69-5798-485F-A92C-D3EA10849F09}" srcOrd="2" destOrd="0" presId="urn:microsoft.com/office/officeart/2018/2/layout/IconVerticalSolidList"/>
    <dgm:cxn modelId="{58DDA63E-DF87-4D79-A090-5967D1AFD0EC}" type="presParOf" srcId="{6811813C-1A38-4426-95B2-70634AC24319}" destId="{693750A5-917C-40ED-835A-83463A91787D}" srcOrd="3" destOrd="0" presId="urn:microsoft.com/office/officeart/2018/2/layout/IconVerticalSolidList"/>
    <dgm:cxn modelId="{B7D52A1E-E3EF-4C42-B52A-27D8BB3B8778}" type="presParOf" srcId="{8E06C456-5EAD-4B32-9908-600C44E64AF7}" destId="{EA9542D1-FD19-41AB-9F30-5A26320DA30B}" srcOrd="5" destOrd="0" presId="urn:microsoft.com/office/officeart/2018/2/layout/IconVerticalSolidList"/>
    <dgm:cxn modelId="{9EDF6365-B5D9-48FF-894F-1287382DA89A}" type="presParOf" srcId="{8E06C456-5EAD-4B32-9908-600C44E64AF7}" destId="{DAE00CF8-4C3B-45C2-89E8-330A2BB77B25}" srcOrd="6" destOrd="0" presId="urn:microsoft.com/office/officeart/2018/2/layout/IconVerticalSolidList"/>
    <dgm:cxn modelId="{786622AD-2FF4-415C-A600-468B7657871F}" type="presParOf" srcId="{DAE00CF8-4C3B-45C2-89E8-330A2BB77B25}" destId="{0BB198B3-B1B6-4AD8-93BE-E6AF038CB73A}" srcOrd="0" destOrd="0" presId="urn:microsoft.com/office/officeart/2018/2/layout/IconVerticalSolidList"/>
    <dgm:cxn modelId="{947CCAF7-91FF-4E11-96DA-8066FC223739}" type="presParOf" srcId="{DAE00CF8-4C3B-45C2-89E8-330A2BB77B25}" destId="{EBF999D2-1C29-47D7-A718-5568C0D65C42}" srcOrd="1" destOrd="0" presId="urn:microsoft.com/office/officeart/2018/2/layout/IconVerticalSolidList"/>
    <dgm:cxn modelId="{E426F302-322A-4CBB-A65A-2E031A691BBA}" type="presParOf" srcId="{DAE00CF8-4C3B-45C2-89E8-330A2BB77B25}" destId="{BF8AB657-9263-4302-9158-294ACD1FA8EC}" srcOrd="2" destOrd="0" presId="urn:microsoft.com/office/officeart/2018/2/layout/IconVerticalSolidList"/>
    <dgm:cxn modelId="{42B115B8-FCAC-42A3-86BF-4B1F188EAA86}" type="presParOf" srcId="{DAE00CF8-4C3B-45C2-89E8-330A2BB77B25}" destId="{09B05672-1F3E-40E3-AFBC-15CEA3DF8E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3B3DD-37B6-4763-B7CB-4E5CB2A7E2C5}">
      <dsp:nvSpPr>
        <dsp:cNvPr id="0" name=""/>
        <dsp:cNvSpPr/>
      </dsp:nvSpPr>
      <dsp:spPr>
        <a:xfrm>
          <a:off x="2103120" y="365"/>
          <a:ext cx="8412480" cy="20194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512945" rIns="163225" bIns="51294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Dependência de um único fornecedor</a:t>
          </a:r>
          <a:endParaRPr lang="en-US" sz="1800" b="1" kern="1200">
            <a:solidFill>
              <a:schemeClr val="tx1">
                <a:lumMod val="75000"/>
                <a:lumOff val="25000"/>
              </a:schemeClr>
            </a:solidFill>
            <a:latin typeface="Urbanist" panose="020B0604020202020204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>
            <a:solidFill>
              <a:schemeClr val="accent2">
                <a:lumMod val="60000"/>
                <a:lumOff val="40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Risco de SPOF</a:t>
          </a:r>
          <a:endParaRPr lang="en-US" sz="1800" b="1" kern="1200">
            <a:solidFill>
              <a:schemeClr val="tx1">
                <a:lumMod val="75000"/>
                <a:lumOff val="2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2103120" y="365"/>
        <a:ext cx="8412480" cy="2019468"/>
      </dsp:txXfrm>
    </dsp:sp>
    <dsp:sp modelId="{7C233593-0BF9-4611-8E2C-F074B52DCBE8}">
      <dsp:nvSpPr>
        <dsp:cNvPr id="0" name=""/>
        <dsp:cNvSpPr/>
      </dsp:nvSpPr>
      <dsp:spPr>
        <a:xfrm>
          <a:off x="0" y="365"/>
          <a:ext cx="2103120" cy="20194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99479" rIns="111290" bIns="19947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O Problema</a:t>
          </a:r>
          <a:endParaRPr lang="en-US" sz="2800" kern="1200">
            <a:latin typeface="Urbanist" panose="020B0604020202020204"/>
          </a:endParaRPr>
        </a:p>
      </dsp:txBody>
      <dsp:txXfrm>
        <a:off x="0" y="365"/>
        <a:ext cx="2103120" cy="2019468"/>
      </dsp:txXfrm>
    </dsp:sp>
    <dsp:sp modelId="{843B668B-4FBC-4949-B4FA-6B4414EF49C9}">
      <dsp:nvSpPr>
        <dsp:cNvPr id="0" name=""/>
        <dsp:cNvSpPr/>
      </dsp:nvSpPr>
      <dsp:spPr>
        <a:xfrm>
          <a:off x="2103120" y="2141002"/>
          <a:ext cx="8412480" cy="201946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512945" rIns="163225" bIns="51294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Distribuição por vários fornecedores</a:t>
          </a:r>
          <a:endParaRPr lang="en-US" sz="1800" b="1" kern="1200">
            <a:solidFill>
              <a:schemeClr val="tx1">
                <a:lumMod val="75000"/>
                <a:lumOff val="25000"/>
              </a:schemeClr>
            </a:solidFill>
            <a:latin typeface="Urbanist" panose="020B0604020202020204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b="1" kern="12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Azure, AWS e GCP</a:t>
          </a:r>
          <a:endParaRPr lang="en-US" sz="1800" b="1" kern="1200">
            <a:solidFill>
              <a:schemeClr val="tx1">
                <a:lumMod val="75000"/>
                <a:lumOff val="2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>
            <a:latin typeface="Urbanist" panose="020B0604020202020204"/>
          </a:endParaRPr>
        </a:p>
      </dsp:txBody>
      <dsp:txXfrm>
        <a:off x="2103120" y="2141002"/>
        <a:ext cx="8412480" cy="2019468"/>
      </dsp:txXfrm>
    </dsp:sp>
    <dsp:sp modelId="{63248F37-2084-4BD7-984C-74B9CBC17520}">
      <dsp:nvSpPr>
        <dsp:cNvPr id="0" name=""/>
        <dsp:cNvSpPr/>
      </dsp:nvSpPr>
      <dsp:spPr>
        <a:xfrm>
          <a:off x="0" y="2141002"/>
          <a:ext cx="2103120" cy="20194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99479" rIns="111290" bIns="19947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 Solução </a:t>
          </a:r>
          <a:endParaRPr lang="en-US" sz="2800" kern="1200">
            <a:latin typeface="Urbanist" panose="020B0604020202020204"/>
          </a:endParaRPr>
        </a:p>
      </dsp:txBody>
      <dsp:txXfrm>
        <a:off x="0" y="2141002"/>
        <a:ext cx="2103120" cy="20194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C2BAD-51E2-4B75-8A28-7BE632B98B74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FB468-00EF-48FF-B042-B44AA5228961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E015F-E613-4312-9993-279A31CD002E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>
              <a:latin typeface="Urbanist" panose="020B0604020202020204"/>
            </a:rPr>
            <a:t>Transição de </a:t>
          </a:r>
          <a:r>
            <a:rPr lang="pt-BR" sz="1900" i="1" kern="1200">
              <a:latin typeface="Urbanist" panose="020B0604020202020204"/>
            </a:rPr>
            <a:t>Data Centers</a:t>
          </a:r>
          <a:r>
            <a:rPr lang="pt-BR" sz="1900" kern="1200">
              <a:latin typeface="Urbanist" panose="020B0604020202020204"/>
            </a:rPr>
            <a:t> locais rígidos para recursos virtuais “on-demand”</a:t>
          </a:r>
          <a:endParaRPr lang="en-US" sz="1900" kern="1200">
            <a:latin typeface="Urbanist" panose="020B0604020202020204"/>
          </a:endParaRPr>
        </a:p>
      </dsp:txBody>
      <dsp:txXfrm>
        <a:off x="1357965" y="2319"/>
        <a:ext cx="4887299" cy="1175727"/>
      </dsp:txXfrm>
    </dsp:sp>
    <dsp:sp modelId="{886D4551-9089-4B5A-9439-D26EC4C211AB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A23FD-5584-40F7-BBB1-BA3BBC5769A1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C895B-D1F0-480A-81F1-0A8442CFDE56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>
              <a:latin typeface="Urbanist" panose="020B0604020202020204"/>
            </a:rPr>
            <a:t>Mudança de Investimento inicial elevado em hardware para Custo operacional;</a:t>
          </a:r>
          <a:endParaRPr lang="en-US" sz="1900" kern="1200">
            <a:latin typeface="Urbanist" panose="020B0604020202020204"/>
          </a:endParaRPr>
        </a:p>
      </dsp:txBody>
      <dsp:txXfrm>
        <a:off x="1357965" y="1471979"/>
        <a:ext cx="4887299" cy="1175727"/>
      </dsp:txXfrm>
    </dsp:sp>
    <dsp:sp modelId="{3377EE77-39F0-4515-9A85-1441BF462C0E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745C9-F139-47BC-84D1-3255352A037D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750A5-917C-40ED-835A-83463A91787D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>
              <a:latin typeface="Urbanist" panose="020B0604020202020204"/>
            </a:rPr>
            <a:t>Capacidade de aumentar ou diminuir recursos (CPU, RAM) instantaneamente conforme a carga / "Pay-as-you-go").</a:t>
          </a:r>
          <a:endParaRPr lang="en-US" sz="1900" kern="1200">
            <a:latin typeface="Urbanist" panose="020B0604020202020204"/>
          </a:endParaRPr>
        </a:p>
      </dsp:txBody>
      <dsp:txXfrm>
        <a:off x="1357965" y="2941639"/>
        <a:ext cx="4887299" cy="1175727"/>
      </dsp:txXfrm>
    </dsp:sp>
    <dsp:sp modelId="{0BB198B3-B1B6-4AD8-93BE-E6AF038CB73A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999D2-1C29-47D7-A718-5568C0D65C42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05672-1F3E-40E3-AFBC-15CEA3DF8EA4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>
              <a:latin typeface="Urbanist" panose="020B0604020202020204"/>
            </a:rPr>
            <a:t>As empresas deixam de gerir </a:t>
          </a:r>
          <a:r>
            <a:rPr lang="pt-BR" sz="1900" i="1" kern="1200">
              <a:latin typeface="Urbanist" panose="020B0604020202020204"/>
            </a:rPr>
            <a:t>hardware</a:t>
          </a:r>
          <a:r>
            <a:rPr lang="pt-BR" sz="1900" kern="1200">
              <a:latin typeface="Urbanist" panose="020B0604020202020204"/>
            </a:rPr>
            <a:t> para se focarem no desenvolvimento de </a:t>
          </a:r>
          <a:r>
            <a:rPr lang="pt-BR" sz="1900" i="1" kern="1200">
              <a:latin typeface="Urbanist" panose="020B0604020202020204"/>
            </a:rPr>
            <a:t>software</a:t>
          </a:r>
          <a:r>
            <a:rPr lang="pt-BR" sz="1900" kern="1200">
              <a:latin typeface="Urbanist" panose="020B0604020202020204"/>
            </a:rPr>
            <a:t> e serviços.</a:t>
          </a:r>
          <a:endParaRPr lang="en-US" sz="1900" kern="1200">
            <a:latin typeface="Urbanist" panose="020B0604020202020204"/>
          </a:endParaRPr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BAAB8-C2EA-44D0-A19C-A8A3E02A7C2B}">
      <dsp:nvSpPr>
        <dsp:cNvPr id="0" name=""/>
        <dsp:cNvSpPr/>
      </dsp:nvSpPr>
      <dsp:spPr>
        <a:xfrm>
          <a:off x="0" y="445598"/>
          <a:ext cx="6900512" cy="121196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62356" rIns="53555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1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Escalabilidade:</a:t>
          </a:r>
          <a:r>
            <a:rPr lang="pt-BR" sz="1800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Numa malha de 4 nós, gerir rotas estáticas seria propenso a erro humano.</a:t>
          </a:r>
          <a:endParaRPr lang="en-US" sz="1800" kern="12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0" y="445598"/>
        <a:ext cx="6900512" cy="1211962"/>
      </dsp:txXfrm>
    </dsp:sp>
    <dsp:sp modelId="{33377867-398D-4D9F-ABEF-8E58E62B8CF9}">
      <dsp:nvSpPr>
        <dsp:cNvPr id="0" name=""/>
        <dsp:cNvSpPr/>
      </dsp:nvSpPr>
      <dsp:spPr>
        <a:xfrm>
          <a:off x="373379" y="30029"/>
          <a:ext cx="4830358" cy="79704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BGP (Border Gateway Protocol)</a:t>
          </a:r>
          <a:endParaRPr lang="en-US" sz="1800" kern="12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412287" y="68937"/>
        <a:ext cx="4752542" cy="719224"/>
      </dsp:txXfrm>
    </dsp:sp>
    <dsp:sp modelId="{9B915653-98F5-4D29-BAEF-506552D82CF1}">
      <dsp:nvSpPr>
        <dsp:cNvPr id="0" name=""/>
        <dsp:cNvSpPr/>
      </dsp:nvSpPr>
      <dsp:spPr>
        <a:xfrm>
          <a:off x="0" y="2201880"/>
          <a:ext cx="6900512" cy="121196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62356" rIns="53555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Deteção automática de falhas através de mensagens </a:t>
          </a:r>
          <a:r>
            <a:rPr lang="pt-BR" sz="1800" i="1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Keepalive</a:t>
          </a:r>
          <a:r>
            <a:rPr lang="pt-BR" sz="1800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.</a:t>
          </a:r>
          <a:endParaRPr lang="en-US" sz="1800" kern="12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0" y="2201880"/>
        <a:ext cx="6900512" cy="1211962"/>
      </dsp:txXfrm>
    </dsp:sp>
    <dsp:sp modelId="{A4979DB8-1B78-4FD9-B12D-D42EDC4777F2}">
      <dsp:nvSpPr>
        <dsp:cNvPr id="0" name=""/>
        <dsp:cNvSpPr/>
      </dsp:nvSpPr>
      <dsp:spPr>
        <a:xfrm>
          <a:off x="345025" y="1803360"/>
          <a:ext cx="4830358" cy="79704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Self-Healing</a:t>
          </a:r>
          <a:endParaRPr lang="en-US" sz="1800" kern="12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383933" y="1842268"/>
        <a:ext cx="4752542" cy="719224"/>
      </dsp:txXfrm>
    </dsp:sp>
    <dsp:sp modelId="{669F7C20-579E-43C6-9EF5-241062ECC6CC}">
      <dsp:nvSpPr>
        <dsp:cNvPr id="0" name=""/>
        <dsp:cNvSpPr/>
      </dsp:nvSpPr>
      <dsp:spPr>
        <a:xfrm>
          <a:off x="0" y="3958162"/>
          <a:ext cx="6900512" cy="1530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62356" rIns="53555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1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On-Prem:</a:t>
          </a:r>
          <a:r>
            <a:rPr lang="pt-BR" sz="1800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65520</a:t>
          </a:r>
          <a:endParaRPr lang="en-US" sz="1800" kern="12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1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Azure:</a:t>
          </a:r>
          <a:r>
            <a:rPr lang="pt-BR" sz="1800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65515</a:t>
          </a:r>
          <a:endParaRPr lang="en-US" sz="1800" kern="12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800" b="1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AWS:</a:t>
          </a:r>
          <a:r>
            <a:rPr lang="pt-BR" sz="1800" kern="1200">
              <a:solidFill>
                <a:schemeClr val="tx1">
                  <a:lumMod val="65000"/>
                  <a:lumOff val="3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 64512</a:t>
          </a:r>
          <a:endParaRPr lang="en-US" sz="1800" kern="1200">
            <a:solidFill>
              <a:schemeClr val="tx1">
                <a:lumMod val="65000"/>
                <a:lumOff val="35000"/>
              </a:schemeClr>
            </a:solidFill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0" y="3958162"/>
        <a:ext cx="6900512" cy="1530900"/>
      </dsp:txXfrm>
    </dsp:sp>
    <dsp:sp modelId="{2A0A1E6C-75C2-4335-B255-77BE38010BAA}">
      <dsp:nvSpPr>
        <dsp:cNvPr id="0" name=""/>
        <dsp:cNvSpPr/>
      </dsp:nvSpPr>
      <dsp:spPr>
        <a:xfrm>
          <a:off x="345025" y="3559643"/>
          <a:ext cx="4830358" cy="797040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>
              <a:latin typeface="Urbanist" panose="020B0604020202020204" charset="0"/>
              <a:ea typeface="Urbanist" panose="020B0604020202020204" charset="0"/>
              <a:cs typeface="Urbanist" panose="020B0604020202020204" charset="0"/>
            </a:rPr>
            <a:t>Identificação dos Sistemas Autónomos (ASN)</a:t>
          </a:r>
          <a:endParaRPr lang="en-US" sz="1800" kern="1200">
            <a:latin typeface="Urbanist" panose="020B0604020202020204" charset="0"/>
            <a:ea typeface="Urbanist" panose="020B0604020202020204" charset="0"/>
            <a:cs typeface="Urbanist" panose="020B0604020202020204" charset="0"/>
          </a:endParaRPr>
        </a:p>
      </dsp:txBody>
      <dsp:txXfrm>
        <a:off x="383933" y="3598551"/>
        <a:ext cx="4752542" cy="719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C2BAD-51E2-4B75-8A28-7BE632B98B74}">
      <dsp:nvSpPr>
        <dsp:cNvPr id="0" name=""/>
        <dsp:cNvSpPr/>
      </dsp:nvSpPr>
      <dsp:spPr>
        <a:xfrm>
          <a:off x="0" y="2658"/>
          <a:ext cx="6245265" cy="13471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FB468-00EF-48FF-B042-B44AA5228961}">
      <dsp:nvSpPr>
        <dsp:cNvPr id="0" name=""/>
        <dsp:cNvSpPr/>
      </dsp:nvSpPr>
      <dsp:spPr>
        <a:xfrm>
          <a:off x="407524" y="305775"/>
          <a:ext cx="740953" cy="74095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E015F-E613-4312-9993-279A31CD002E}">
      <dsp:nvSpPr>
        <dsp:cNvPr id="0" name=""/>
        <dsp:cNvSpPr/>
      </dsp:nvSpPr>
      <dsp:spPr>
        <a:xfrm>
          <a:off x="1556002" y="2658"/>
          <a:ext cx="4689262" cy="13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77" tIns="142577" rIns="142577" bIns="1425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Customer Gateway</a:t>
          </a:r>
          <a:endParaRPr lang="en-US" sz="2200" kern="1200">
            <a:latin typeface="Urbanist" panose="020B0604020202020204"/>
          </a:endParaRPr>
        </a:p>
      </dsp:txBody>
      <dsp:txXfrm>
        <a:off x="1556002" y="2658"/>
        <a:ext cx="4689262" cy="1347188"/>
      </dsp:txXfrm>
    </dsp:sp>
    <dsp:sp modelId="{886D4551-9089-4B5A-9439-D26EC4C211AB}">
      <dsp:nvSpPr>
        <dsp:cNvPr id="0" name=""/>
        <dsp:cNvSpPr/>
      </dsp:nvSpPr>
      <dsp:spPr>
        <a:xfrm>
          <a:off x="0" y="1686643"/>
          <a:ext cx="6245265" cy="13471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A23FD-5584-40F7-BBB1-BA3BBC5769A1}">
      <dsp:nvSpPr>
        <dsp:cNvPr id="0" name=""/>
        <dsp:cNvSpPr/>
      </dsp:nvSpPr>
      <dsp:spPr>
        <a:xfrm>
          <a:off x="407524" y="1989760"/>
          <a:ext cx="740953" cy="740953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5C895B-D1F0-480A-81F1-0A8442CFDE56}">
      <dsp:nvSpPr>
        <dsp:cNvPr id="0" name=""/>
        <dsp:cNvSpPr/>
      </dsp:nvSpPr>
      <dsp:spPr>
        <a:xfrm>
          <a:off x="1556002" y="1686643"/>
          <a:ext cx="4689262" cy="13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77" tIns="142577" rIns="142577" bIns="1425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Virtual Private Gateway</a:t>
          </a:r>
          <a:endParaRPr lang="en-US" sz="2200" kern="1200">
            <a:latin typeface="Urbanist" panose="020B0604020202020204"/>
          </a:endParaRPr>
        </a:p>
      </dsp:txBody>
      <dsp:txXfrm>
        <a:off x="1556002" y="1686643"/>
        <a:ext cx="4689262" cy="1347188"/>
      </dsp:txXfrm>
    </dsp:sp>
    <dsp:sp modelId="{3377EE77-39F0-4515-9A85-1441BF462C0E}">
      <dsp:nvSpPr>
        <dsp:cNvPr id="0" name=""/>
        <dsp:cNvSpPr/>
      </dsp:nvSpPr>
      <dsp:spPr>
        <a:xfrm>
          <a:off x="0" y="3370629"/>
          <a:ext cx="6245265" cy="13471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D745C9-F139-47BC-84D1-3255352A037D}">
      <dsp:nvSpPr>
        <dsp:cNvPr id="0" name=""/>
        <dsp:cNvSpPr/>
      </dsp:nvSpPr>
      <dsp:spPr>
        <a:xfrm>
          <a:off x="407524" y="3673746"/>
          <a:ext cx="740953" cy="740953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750A5-917C-40ED-835A-83463A91787D}">
      <dsp:nvSpPr>
        <dsp:cNvPr id="0" name=""/>
        <dsp:cNvSpPr/>
      </dsp:nvSpPr>
      <dsp:spPr>
        <a:xfrm>
          <a:off x="1556002" y="3370629"/>
          <a:ext cx="4689262" cy="13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77" tIns="142577" rIns="142577" bIns="1425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Virtual Private Cloud</a:t>
          </a:r>
          <a:endParaRPr lang="en-US" sz="2200" kern="1200">
            <a:latin typeface="Urbanist" panose="020B0604020202020204"/>
          </a:endParaRPr>
        </a:p>
      </dsp:txBody>
      <dsp:txXfrm>
        <a:off x="1556002" y="3370629"/>
        <a:ext cx="4689262" cy="1347188"/>
      </dsp:txXfrm>
    </dsp:sp>
    <dsp:sp modelId="{0BB198B3-B1B6-4AD8-93BE-E6AF038CB73A}">
      <dsp:nvSpPr>
        <dsp:cNvPr id="0" name=""/>
        <dsp:cNvSpPr/>
      </dsp:nvSpPr>
      <dsp:spPr>
        <a:xfrm>
          <a:off x="0" y="5054614"/>
          <a:ext cx="6245265" cy="134718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999D2-1C29-47D7-A718-5568C0D65C42}">
      <dsp:nvSpPr>
        <dsp:cNvPr id="0" name=""/>
        <dsp:cNvSpPr/>
      </dsp:nvSpPr>
      <dsp:spPr>
        <a:xfrm>
          <a:off x="407524" y="5357731"/>
          <a:ext cx="740953" cy="7409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05672-1F3E-40E3-AFBC-15CEA3DF8EA4}">
      <dsp:nvSpPr>
        <dsp:cNvPr id="0" name=""/>
        <dsp:cNvSpPr/>
      </dsp:nvSpPr>
      <dsp:spPr>
        <a:xfrm>
          <a:off x="1556002" y="5054614"/>
          <a:ext cx="4689262" cy="13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77" tIns="142577" rIns="142577" bIns="14257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VPN</a:t>
          </a:r>
          <a:endParaRPr lang="en-US" sz="2200" kern="1200">
            <a:latin typeface="Urbanist" panose="020B0604020202020204"/>
          </a:endParaRPr>
        </a:p>
      </dsp:txBody>
      <dsp:txXfrm>
        <a:off x="1556002" y="5054614"/>
        <a:ext cx="4689262" cy="1347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A7F32-23DC-495F-91F6-44722B43D4D7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B43DD-A591-4291-AB0C-F4DE7010EA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16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80BC-392C-8B2B-16A8-891A076D9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3ABE1-1672-42A8-1AFC-4895D0B43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1E1DD-279B-2211-2412-ECB277CE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9445-2951-487E-9A42-369539CAB920}" type="datetime1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2BDAD-4A4A-418C-474E-89304626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E559-9C2A-F670-4A0C-39195731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62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6A78-8E8B-6DE0-DCEF-66948723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48BE-CE53-3C98-5F9E-979126D16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289D-30C2-64BF-65C8-98676718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81E5-C1BD-4D5F-9A58-0083754ECABB}" type="datetime1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20D5-4570-61DD-6668-3897D9BE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8C811-D081-52A5-D03C-2E027172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59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F0D-6974-F319-F839-E376EACBD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0ACFB-3CE1-DC6A-611D-B3E49953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B994-C373-3C23-8864-54ECEEAD9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192B-C247-4AD5-BE15-3B085930192B}" type="datetime1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5058-712F-9D56-2521-27F67D70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1152-7362-E22E-7461-53EF0EAB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41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96C-E913-E09A-9DC6-596729E97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88CF7-0674-1152-7213-1A407CF99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EFCFD-1F67-6DB5-ED4F-17FEDE833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1259F-7F6A-755D-37EA-8952F07C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BCD2-555F-43CD-9E3A-FABB5D2F2875}" type="datetime1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1FFC5-07C8-9B4B-382C-5209B790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656B9-9B73-7FB3-3977-B38868F7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34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57D0-CBE9-3039-7FA2-66FE0D7C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CC531-0F53-9424-2D8D-E7F28BE31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C7F9A-FDF6-EDD1-E99B-C99040227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DA733-2DEF-BAF0-9739-1BF8764A8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B1560-8F40-FCAC-A0ED-D13CC4019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D68AA-45BF-4EE5-94A2-A62CA5C3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374E-5481-4F5D-87D8-47652261D637}" type="datetime1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6398E-1DE5-F4C3-C510-0FA8D200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BCFA1A-AB6E-30B1-A13A-0DCFCA59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48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1F48-0231-8F84-D58C-66C5A3D0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E0DB7-F467-7254-7894-01D79BF2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6985-A6E6-4B61-875F-DECC6DD8E644}" type="datetime1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64E59-FB59-BF95-7AE8-7B627AA9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CEF92-0AFF-65C2-216F-1EEC71CD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56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ECF84-0A9E-EB0E-4315-99666D92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D7A4-084C-49BA-9739-AE9103F8CD37}" type="datetime1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D068D-7E59-7639-7D0D-B5FA9C46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B1B4B-438D-D30C-D4C6-6FD92D66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295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3098-2892-4415-63EB-67C2B88B6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6162-F8CC-05EE-A6D7-FD21C7E09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4CF63-F948-BC30-AD7E-5B840033B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314F3-3DF0-63CB-A6E1-24D5DB3A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760A-46C6-4967-BD9C-32890C5500A7}" type="datetime1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FE938-FCE5-5A82-B14E-61B30CE3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D23AE-E79A-A255-6032-B08A8AA4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18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53D8-1F68-4002-97B7-FE65874A3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C1295-F1D6-E63B-CDAA-8013AF72F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9D9F5-6CAC-AB37-1279-B23CFD09B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F3D0F-D4DF-5529-31E5-D32296B2D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389B5-6E9B-4184-8BB2-629FCE441242}" type="datetime1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3445C-C2E6-004B-3D12-37AB7565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8FB9B-4FFC-7927-4E71-87F00D1D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12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573E-DB24-AB44-D10D-F3E2438D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5161-BB25-5772-54E1-27CD4F3D3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C988C-B525-D9A0-872A-6699FC5F1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5475-58D7-4BED-8F82-03DAFA26AA98}" type="datetime1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FDF70-BD49-4570-F0D1-0543BF64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70AD8-0393-EA31-DA4B-B127F64C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5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B60C8-057E-800B-BFDD-422BE496C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EB633-EC06-423C-023B-DB4A91598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1911-54B6-967F-59F4-DAE3276F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54DA-6C70-4A32-8C2E-F9B0F879645A}" type="datetime1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0F4E-FE21-DEF9-143F-C13E0E0AF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0F834-B01B-398D-B4A6-7366CCAC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91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13DF06-D8CE-4AB7-1CC8-0CD768B4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6BDC-58DA-6411-A378-ACC71B635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61F0-73C7-6D5E-8C32-97A206A2B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39570-665E-4633-8B14-711A206CBACD}" type="datetime1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4BA4E-F939-C3C2-C416-2B05DB0F1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B15B8-6770-F193-D473-13B85C03C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07BA1-598F-44C0-949E-FC8FCDF376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41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8FFA7-90CC-B09F-CA67-7378E8CE2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-105474"/>
            <a:ext cx="6100005" cy="3165045"/>
          </a:xfrm>
        </p:spPr>
        <p:txBody>
          <a:bodyPr anchor="b">
            <a:normAutofit/>
          </a:bodyPr>
          <a:lstStyle/>
          <a:p>
            <a:pPr algn="l"/>
            <a:r>
              <a:rPr lang="pt-BR" sz="4400" b="1">
                <a:latin typeface="Urbanist" panose="020B0604020202020204"/>
              </a:rPr>
              <a:t>Análise de Disponibilidade e Desempenho numa rede Híbrida Multi-Cloud</a:t>
            </a:r>
            <a:endParaRPr lang="en-GB" sz="4400" b="1">
              <a:latin typeface="Urbanist" panose="020B060402020202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04D12-50C3-B629-A4A7-DF710C7DC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826926"/>
            <a:ext cx="6314797" cy="2058657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Urbanist" panose="020B0604020202020204"/>
              </a:rPr>
              <a:t>João Pedro Vila Pomar</a:t>
            </a:r>
          </a:p>
          <a:p>
            <a:pPr algn="l"/>
            <a:r>
              <a:rPr lang="en-US">
                <a:latin typeface="Urbanist" panose="020B0604020202020204"/>
              </a:rPr>
              <a:t>João Pedro Xia</a:t>
            </a:r>
          </a:p>
          <a:p>
            <a:pPr algn="l"/>
            <a:r>
              <a:rPr lang="en-US">
                <a:latin typeface="Urbanist" panose="020B0604020202020204"/>
              </a:rPr>
              <a:t>Rodolfo Miguel de Sousa Belchior Brás Oliveira</a:t>
            </a:r>
            <a:endParaRPr lang="en-GB">
              <a:latin typeface="Urbanist" panose="020B0604020202020204"/>
            </a:endParaRPr>
          </a:p>
        </p:txBody>
      </p:sp>
      <p:pic>
        <p:nvPicPr>
          <p:cNvPr id="20" name="Graphic 19" descr="Cloud">
            <a:extLst>
              <a:ext uri="{FF2B5EF4-FFF2-40B4-BE49-F238E27FC236}">
                <a16:creationId xmlns:a16="http://schemas.microsoft.com/office/drawing/2014/main" id="{16959400-5D69-31F2-A5AC-8C974B9AB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loud">
            <a:extLst>
              <a:ext uri="{FF2B5EF4-FFF2-40B4-BE49-F238E27FC236}">
                <a16:creationId xmlns:a16="http://schemas.microsoft.com/office/drawing/2014/main" id="{D8609350-2185-4006-8247-41D16DB09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pic>
        <p:nvPicPr>
          <p:cNvPr id="5" name="Picture 4" descr="A red and black sign with text&#10;&#10;AI-generated content may be incorrect.">
            <a:extLst>
              <a:ext uri="{FF2B5EF4-FFF2-40B4-BE49-F238E27FC236}">
                <a16:creationId xmlns:a16="http://schemas.microsoft.com/office/drawing/2014/main" id="{E35F47C9-5874-88B3-AB63-BC2434086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5249" y="5356160"/>
            <a:ext cx="1463135" cy="100019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1B8F0C-1C1B-C18C-91F0-D733E4B2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52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38412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538412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538412"/>
            <a:ext cx="349254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3810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 b="1" i="0" u="none" strike="noStrike" cap="none" noProof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Estrutura da Sessão</a:t>
            </a:r>
            <a:endParaRPr lang="pt-PT" noProof="0">
              <a:solidFill>
                <a:srgbClr val="333333"/>
              </a:solidFill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PT" sz="1800" b="0" i="0" u="none" strike="noStrike" cap="none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257567" y="3576637"/>
            <a:ext cx="21202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b="1" i="0" u="none" strike="noStrike" cap="none" noProof="0" dirty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Parte A: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b="1" i="0" u="none" strike="noStrike" cap="none" noProof="0" dirty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Conceitos</a:t>
            </a:r>
            <a:endParaRPr lang="pt-PT" noProof="0" dirty="0">
              <a:solidFill>
                <a:srgbClr val="55555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368237"/>
            <a:ext cx="290199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50" b="0" i="0" u="none" strike="noStrike" cap="none" noProof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Roboto"/>
              </a:rPr>
              <a:t>Cloud, Azure, AWS, BGP</a:t>
            </a:r>
            <a:endParaRPr lang="pt-PT" noProof="0">
              <a:solidFill>
                <a:srgbClr val="55555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640818" y="3576637"/>
            <a:ext cx="291036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b="1" i="0" u="none" strike="noStrike" cap="none" noProof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Parte </a:t>
            </a:r>
            <a:r>
              <a:rPr lang="pt-PT" sz="2100" b="1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B: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b="1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Experiencia</a:t>
            </a:r>
            <a:r>
              <a:rPr lang="pt-PT" sz="2100" b="1" i="0" u="none" strike="noStrike" cap="none" noProof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>
              <a:solidFill>
                <a:srgbClr val="55555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645074" y="4368237"/>
            <a:ext cx="2901999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50" b="0" i="0" u="none" strike="noStrike" cap="none" noProof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Roboto"/>
              </a:rPr>
              <a:t>Objetivos, Topologia</a:t>
            </a:r>
            <a:endParaRPr lang="pt-PT" noProof="0">
              <a:solidFill>
                <a:srgbClr val="55555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39132" y="3576637"/>
            <a:ext cx="26703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b="1" i="0" u="none" strike="noStrike" cap="none" noProof="0" dirty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Parte </a:t>
            </a:r>
            <a:r>
              <a:rPr lang="pt-PT" sz="2100" b="1" dirty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C: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 b="1" noProof="0" dirty="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Montserrat"/>
              </a:rPr>
              <a:t>Resultados</a:t>
            </a:r>
            <a:endParaRPr lang="pt-PT" noProof="0" dirty="0">
              <a:solidFill>
                <a:srgbClr val="55555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423374" y="4368237"/>
            <a:ext cx="29483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pt-BR" sz="1350">
                <a:solidFill>
                  <a:srgbClr val="555555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Resultados Obtidos</a:t>
            </a:r>
            <a:endParaRPr lang="pt-PT" sz="1350" noProof="0">
              <a:solidFill>
                <a:srgbClr val="555555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E9713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051000" y="285273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rgbClr val="E97132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886450" y="285273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E97132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9607599" y="285273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2F0E-30A8-5F8B-FC6B-96DD3BC055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76CBF-9305-5DA0-EEA5-1BCD454F6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B6C59E-2645-5AF8-F032-6FF6DE87B70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0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pt-BR" b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  <a:ea typeface="Urbanist" panose="020B0604020202020204" charset="0"/>
                <a:cs typeface="Urbanist" panose="020B0604020202020204" charset="0"/>
              </a:rPr>
              <a:t>Do Híbrido ao Multi-Cloud</a:t>
            </a:r>
            <a:endParaRPr lang="en-US" b="1" kern="1200">
              <a:solidFill>
                <a:schemeClr val="tx1"/>
              </a:solidFill>
              <a:latin typeface="Urbanist" panose="020B060402020202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18FFC4-7740-50F5-CD32-872EA402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807BA1-598F-44C0-949E-FC8FCDF3761A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Urbanist" panose="020B0604020202020204"/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  <a:latin typeface="Urbanist" panose="020B0604020202020204"/>
            </a:endParaRPr>
          </a:p>
        </p:txBody>
      </p:sp>
      <p:graphicFrame>
        <p:nvGraphicFramePr>
          <p:cNvPr id="4" name="Rectangle 1">
            <a:extLst>
              <a:ext uri="{FF2B5EF4-FFF2-40B4-BE49-F238E27FC236}">
                <a16:creationId xmlns:a16="http://schemas.microsoft.com/office/drawing/2014/main" id="{B4546AED-C234-7C14-85CE-BD0D31207F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1733866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834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B2704-C4D4-9DBA-9BFD-5A9C1041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17" y="1070800"/>
            <a:ext cx="4333165" cy="5583126"/>
          </a:xfrm>
        </p:spPr>
        <p:txBody>
          <a:bodyPr>
            <a:normAutofit/>
          </a:bodyPr>
          <a:lstStyle/>
          <a:p>
            <a:pPr algn="r"/>
            <a:r>
              <a:rPr lang="en-US" sz="6000" b="1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Porquê</a:t>
            </a:r>
            <a:r>
              <a:rPr lang="en-US" sz="6000" b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 a cloud? </a:t>
            </a:r>
            <a:endParaRPr lang="en-GB" sz="6000" b="1">
              <a:solidFill>
                <a:schemeClr val="tx1">
                  <a:lumMod val="85000"/>
                  <a:lumOff val="15000"/>
                </a:schemeClr>
              </a:solidFill>
              <a:latin typeface="Urbanist" panose="020B06040202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579AF-3EA4-8B26-5611-B7D32C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32040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807BA1-598F-44C0-949E-FC8FCDF3761A}" type="slidenum">
              <a:rPr lang="en-GB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GB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05FA5E0A-0937-EDAA-2EE5-5C93A43EA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77310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7784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78E42-7496-F4DC-BB46-A03991F46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800" b="1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Objetivos</a:t>
            </a:r>
            <a:r>
              <a:rPr lang="en-GB" sz="4800" b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do </a:t>
            </a:r>
            <a:r>
              <a:rPr lang="en-GB" sz="4800" b="1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Projeto</a:t>
            </a:r>
            <a:endParaRPr lang="en-GB" sz="4800" b="1">
              <a:solidFill>
                <a:schemeClr val="tx1">
                  <a:lumMod val="85000"/>
                  <a:lumOff val="1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B0BC8B-BC5F-4508-1AD1-24F09F2A1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7000" y="1895052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Implementação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</a:t>
            </a:r>
            <a:r>
              <a:rPr kumimoji="0" lang="en-US" altLang="en-US" sz="2200" b="1" i="0" u="none" strike="noStrike" cap="none" normalizeH="0" baseline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Topologia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Full Mesh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On-Premises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(GNS3)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3 Clouds (</a:t>
            </a:r>
            <a:r>
              <a:rPr kumimoji="0" lang="en-US" altLang="en-US" sz="2000" b="1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Cloud-to-Cloud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200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2200">
              <a:solidFill>
                <a:schemeClr val="tx1">
                  <a:lumMod val="75000"/>
                  <a:lumOff val="2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Automação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 Rede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BGP (Border Gateway Protocol)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D3F06-D484-10DF-88F5-F9394197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5</a:t>
            </a:fld>
            <a:endParaRPr lang="en-GB"/>
          </a:p>
        </p:txBody>
      </p:sp>
      <p:pic>
        <p:nvPicPr>
          <p:cNvPr id="3" name="Graphic 2" descr="Cloud">
            <a:extLst>
              <a:ext uri="{FF2B5EF4-FFF2-40B4-BE49-F238E27FC236}">
                <a16:creationId xmlns:a16="http://schemas.microsoft.com/office/drawing/2014/main" id="{490010F2-5FCE-91C0-5740-004B08EFF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01" y="1890079"/>
            <a:ext cx="403099" cy="403099"/>
          </a:xfrm>
          <a:prstGeom prst="rect">
            <a:avLst/>
          </a:prstGeom>
        </p:spPr>
      </p:pic>
      <p:pic>
        <p:nvPicPr>
          <p:cNvPr id="5" name="Graphic 4" descr="Cloud">
            <a:extLst>
              <a:ext uri="{FF2B5EF4-FFF2-40B4-BE49-F238E27FC236}">
                <a16:creationId xmlns:a16="http://schemas.microsoft.com/office/drawing/2014/main" id="{FEC62161-8182-2ECA-55CF-152754275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01" y="4437823"/>
            <a:ext cx="403099" cy="40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32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5BA1D-489C-60E6-511B-1997459E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6000" b="1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Protocolo</a:t>
            </a:r>
            <a:r>
              <a:rPr lang="en-GB" sz="6000" b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BGP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866B6C-75EB-A6AC-D66C-F442969188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99092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A064F-B07E-7E22-BBF4-6B178E29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96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8D081-5199-DA5F-7030-3F29B5DD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BB3A-139E-0771-E9EF-860DAF6F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17" y="1070800"/>
            <a:ext cx="4333165" cy="5583126"/>
          </a:xfrm>
        </p:spPr>
        <p:txBody>
          <a:bodyPr>
            <a:normAutofit/>
          </a:bodyPr>
          <a:lstStyle/>
          <a:p>
            <a:pPr algn="r"/>
            <a:r>
              <a:rPr lang="en-US" sz="6000" b="1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Alguns</a:t>
            </a:r>
            <a:r>
              <a:rPr lang="en-US" sz="6000" b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 </a:t>
            </a:r>
            <a:r>
              <a:rPr lang="en-US" sz="6000" b="1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Conceitos</a:t>
            </a:r>
            <a:endParaRPr lang="en-GB" sz="6000" b="1">
              <a:solidFill>
                <a:schemeClr val="tx1">
                  <a:lumMod val="85000"/>
                  <a:lumOff val="15000"/>
                </a:schemeClr>
              </a:solidFill>
              <a:latin typeface="Urbanist" panose="020B06040202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E9554-C79C-C121-E1FD-0A5FCD88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7387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807BA1-598F-44C0-949E-FC8FCDF3761A}" type="slidenum">
              <a:rPr lang="en-GB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GB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BAEF9810-3EA8-5231-2760-7988E1B21A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683920"/>
              </p:ext>
            </p:extLst>
          </p:nvPr>
        </p:nvGraphicFramePr>
        <p:xfrm>
          <a:off x="5108535" y="318050"/>
          <a:ext cx="6245265" cy="6404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4533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7C655-3B81-8CBF-2B9A-640D688C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Topologia</a:t>
            </a:r>
            <a:r>
              <a:rPr lang="en-US" sz="6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da </a:t>
            </a:r>
            <a:r>
              <a:rPr lang="en-US" sz="60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Solução</a:t>
            </a:r>
            <a:endParaRPr lang="en-US" sz="6000" b="1" kern="1200">
              <a:solidFill>
                <a:schemeClr val="tx1">
                  <a:lumMod val="85000"/>
                  <a:lumOff val="15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66BDFBF-A2BD-66C6-51DC-BB498575E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917" y="320040"/>
            <a:ext cx="3573914" cy="598144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8273-C6B6-788C-A81B-420FE99C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93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39376-4561-0C30-2975-F808D17C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5A2934-2827-2CF0-8EBD-F93371FA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550BE-0725-7E0F-1125-F1E5B6D6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Multi Clouding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BBB0097B-2CE5-E05F-61E3-F68CBDE29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95057-9563-A3BD-D696-1C7B92F33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5805" y="1642685"/>
            <a:ext cx="6589588" cy="379870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2D221-F73E-49FC-A81A-FF37A7C8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37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063DE-0B61-2416-5E53-30194380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F26F-1A07-F076-6D33-E3230230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249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807BA1-598F-44C0-949E-FC8FCDF3761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003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323FFFCD-C151-F14B-06A4-7B8F3451B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4408" y="0"/>
            <a:ext cx="12922273" cy="72687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B5153-1DEF-E508-E534-08871557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73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6CC8F-4D63-E936-6CAE-D6513EB6A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463936-7792-B4BF-B302-83E7C2505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CD2B0-CE3F-D88B-4800-A87DC5C6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Azure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5A3E2-83F7-B01C-9861-5A495B26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249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807BA1-598F-44C0-949E-FC8FCDF3761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A385D1DE-26DA-ABC4-0424-CE1A4107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AAFA48A0-0E34-C509-C522-8A9685B1D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8C69A433-7E25-D36A-D78E-F690698B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51EBAB-5628-17D3-A4A1-93A4AA85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96440E91-FAF9-615F-D3FE-AF065D490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57E44B4F-BCFF-67E5-43C7-9AD33B89E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3D796A23-62D5-F0D1-45C3-2DF223CC9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727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B11758-9C6F-6A8D-F530-29BFD809B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FA50E-6268-97A2-45FD-F76FC150C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807BA1-598F-44C0-949E-FC8FCDF3761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3BC00-D366-6A9A-6FF3-C2A2428D720D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807BA1-598F-44C0-949E-FC8FCDF3761A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7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FE87B-DA37-4A25-EE87-FD2AB8A0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Análise</a:t>
            </a:r>
            <a:r>
              <a:rPr lang="en-US" sz="4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 de </a:t>
            </a:r>
            <a:r>
              <a:rPr lang="en-US" sz="48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Desempenho</a:t>
            </a:r>
            <a:r>
              <a:rPr lang="en-US" sz="4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 (</a:t>
            </a:r>
            <a:r>
              <a:rPr lang="en-US" sz="4800" b="1" kern="1200" err="1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Latência</a:t>
            </a:r>
            <a:r>
              <a:rPr lang="en-US" sz="4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Urbanist" panose="020B0604020202020204"/>
              </a:rPr>
              <a:t>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BDB31-851D-4414-3C4F-E5C87984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7BA1-598F-44C0-949E-FC8FCDF3761A}" type="slidenum">
              <a:rPr lang="en-GB" smtClean="0"/>
              <a:t>14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348267-9E5F-E2A1-9B18-A29CFFD53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109594"/>
              </p:ext>
            </p:extLst>
          </p:nvPr>
        </p:nvGraphicFramePr>
        <p:xfrm>
          <a:off x="956934" y="2152261"/>
          <a:ext cx="10515600" cy="1051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680884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424723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4849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Origem / Destino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Azure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140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Azure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57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(EU)</a:t>
                      </a:r>
                      <a:endParaRPr lang="en-GB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4419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70D971-240C-7661-FDF8-84AF5FE3D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489560"/>
              </p:ext>
            </p:extLst>
          </p:nvPr>
        </p:nvGraphicFramePr>
        <p:xfrm>
          <a:off x="956934" y="4100052"/>
          <a:ext cx="10515600" cy="1438893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2491763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44001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930158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5871641"/>
                    </a:ext>
                  </a:extLst>
                </a:gridCol>
              </a:tblGrid>
              <a:tr h="3873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Origem / Destino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On-Premises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Azure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743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On-Premises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Azure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68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89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(EU)</a:t>
                      </a:r>
                      <a:endParaRPr lang="en-GB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37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69 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2738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F2B149-F285-C638-B73F-E8F0B66D571A}"/>
              </a:ext>
            </a:extLst>
          </p:cNvPr>
          <p:cNvSpPr txBox="1"/>
          <p:nvPr/>
        </p:nvSpPr>
        <p:spPr>
          <a:xfrm>
            <a:off x="3466411" y="5680213"/>
            <a:ext cx="5254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Matriz de Latência Completa (Via VPN IPsec + BGP)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F4932-C416-7216-038D-B853C40AF9EF}"/>
              </a:ext>
            </a:extLst>
          </p:cNvPr>
          <p:cNvSpPr txBox="1"/>
          <p:nvPr/>
        </p:nvSpPr>
        <p:spPr>
          <a:xfrm>
            <a:off x="3705419" y="3291597"/>
            <a:ext cx="477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Latência Direta entre Clouds (Cloud-to-Cloud)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73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Google Sans Text</vt:lpstr>
      <vt:lpstr>Montserrat</vt:lpstr>
      <vt:lpstr>Urbanist</vt:lpstr>
      <vt:lpstr>Office Theme</vt:lpstr>
      <vt:lpstr>Análise de Disponibilidade e Desempenho numa rede Híbrida Multi-Cloud</vt:lpstr>
      <vt:lpstr>PowerPoint Presentation</vt:lpstr>
      <vt:lpstr>PowerPoint Presentation</vt:lpstr>
      <vt:lpstr>Porquê a cloud? </vt:lpstr>
      <vt:lpstr>Objetivos do Projeto</vt:lpstr>
      <vt:lpstr>Protocolo BGP</vt:lpstr>
      <vt:lpstr>Alguns Conceitos</vt:lpstr>
      <vt:lpstr>Topologia da Solução</vt:lpstr>
      <vt:lpstr>Multi Clouding</vt:lpstr>
      <vt:lpstr>AWS</vt:lpstr>
      <vt:lpstr>PowerPoint Presentation</vt:lpstr>
      <vt:lpstr>Azure</vt:lpstr>
      <vt:lpstr>PowerPoint Presentation</vt:lpstr>
      <vt:lpstr>Análise de Desempenho (Latência)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Pedro Vila Pomar</dc:creator>
  <cp:lastModifiedBy>João Pedro Vila Pomar</cp:lastModifiedBy>
  <cp:revision>2</cp:revision>
  <dcterms:created xsi:type="dcterms:W3CDTF">2025-12-17T15:32:16Z</dcterms:created>
  <dcterms:modified xsi:type="dcterms:W3CDTF">2025-12-19T10:43:36Z</dcterms:modified>
</cp:coreProperties>
</file>